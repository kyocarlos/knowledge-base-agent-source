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infographic_architecture_diagram_on_a_w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