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S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KM｜Phase 1｜2026-W33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68680"/>
            <a:ext cx="91440" cy="452628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87552" y="10241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Phase 1 本週進度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1856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FE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2026-W33｜v2.6 來源核對與 WP0/WP1 正式部署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8503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MVP（Production Ready）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報告日期：2026-08-13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證據截止：2026-08-11 16:42（Asia/Taipei）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週中更新；週三 17:00 前新增證據須另建修訂版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8D6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 21.1%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835640" y="6364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defRPr sz="1000">
                <a:solidFill>
                  <a:srgbClr val="AFC1CD"/>
                </a:solidFill>
                <a:latin typeface="Aptos"/>
              </a:defRPr>
            </a:pPr>
            <a:r>
              <a:t>1 /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 Gate 已解除；技術 Gate 通過，流程 Gate 尚未關閉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53312"/>
            <a:ext cx="73152" cy="16002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21.1%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12～16 週｜目標 2027-01-14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70832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53312"/>
            <a:ext cx="73152" cy="16002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WP0／WP1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94%／96%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已部署至真實系統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1584" y="1353312"/>
            <a:ext cx="342900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353312"/>
            <a:ext cx="73152" cy="16002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來源基準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v2.6 Excel 已納管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 4c5a4782e727…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890504" cy="219456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37560"/>
            <a:ext cx="73152" cy="219456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65576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本週結論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858768"/>
            <a:ext cx="10570464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v2.6 原始 Excel 已納管並核對 SHA，來源缺失 Gate 解除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WP0 FastAPI contract 已部署至真實系統，legacy 與 v1 API 並存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WP1 完成 checkpoint、shadow rollback、真實 production rollback 與修正後再部署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乾淨 GitHub rollout 分支已推送，未上傳 secrets、database dumps 或 image archives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範圍與時程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v2.6 Excel：WP0～WP8，Production Ready MVP 12～16 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 FastAPI／REST API 與測試基線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0176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5257800" cy="74980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  Docker／Redis／Celery／環境正式化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Anderson｜2026-08-21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0176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  CSIT Adapter／Booking／Validation Request 入口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Patty Contract／Anderson Client｜2026-10-09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WP3  OpenClaw／Report Workflow Adapter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共同｜2026-10-29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0176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138928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5230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WP4  Excel Parser／基本 RAG 正式化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" y="555955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534009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1261872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WP5  Qdrant／Neo4j 基本檢索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9944" y="168249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Anderson｜2026-11-27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79608" y="146304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231136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2322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WP6  TimescaleDB 基礎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9944" y="265176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Anderson｜2026-12-08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79608" y="243230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3200400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WP7  RBAC／Citation／Audit／Portal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9944" y="362102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共同／Anderson Portal｜2026-12-31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79608" y="34015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4169664"/>
            <a:ext cx="5257800" cy="749808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WP8  Phase 1 整合與驗收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9944" y="459028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共同｜2027-01-14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79608" y="43708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WP0｜94%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FastAPI／REST API 與測試基線｜Excel 目標 2026-08-14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651760"/>
            <a:ext cx="2180158" cy="146304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16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86.7%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3317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98448"/>
            <a:ext cx="73152" cy="23317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legacy 與 v1 health/version contract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正式 chat Webwright 通過，console/network errors=0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 pytest 90 passed 與 frontend build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10789920" cy="160020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77640"/>
            <a:ext cx="73152" cy="16002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10565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 Gate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498848"/>
            <a:ext cx="10469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rollout Draft PR、Reviewer、Merge 與去識別化 Webwright artifact；未完成前保留 6 分 delivery 與 2 分 E2E 缺口。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WP1｜96%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Docker／Redis／Celery／環境正式化｜Excel 目標 2026-08-21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1362456"/>
            <a:ext cx="251460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29844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792224"/>
            <a:ext cx="2514600" cy="146304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728216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221992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157984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651760"/>
            <a:ext cx="2514600" cy="14630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587752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06040" y="3081528"/>
            <a:ext cx="2514600" cy="146304"/>
          </a:xfrm>
          <a:prstGeom prst="rect">
            <a:avLst/>
          </a:prstGeom>
          <a:solidFill>
            <a:srgbClr val="E1E8EB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3081528"/>
            <a:ext cx="1508760" cy="146304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01752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298448"/>
            <a:ext cx="5257800" cy="2560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98448"/>
            <a:ext cx="73152" cy="2560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本週證據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819656"/>
            <a:ext cx="49377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shadow rollback 與 candidate gate 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第一次 production cutover 異常後成功回退，修正後第二次部署通過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checkpoint、workers、Beat、search 與 rollback dry-run 通過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160520"/>
            <a:ext cx="10789920" cy="141732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160520"/>
            <a:ext cx="73152" cy="141732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28853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實際故障處理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681728"/>
            <a:ext cx="104698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cutover 的 /search 500 立即觸發 production rollback；修正 HTTP Request trace propagation、補 regression test，再通過 candidate 與第二次正式部署。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Gate、風險與待決策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技術通過不等於 PR／Review／Merge 流程完成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61872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898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API baseline｜技術通過／流程待關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API 與 Webwright 通過；缺 rollout PR review／merge 與 durable E2E artifact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523744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523744"/>
            <a:ext cx="73152" cy="98755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Job reliability｜技術通過／流程待關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真實回退、worker、Beat、search 與 checkpoint 通過；缺 rollout PR review／merge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785616"/>
            <a:ext cx="5394960" cy="987552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785616"/>
            <a:ext cx="73152" cy="987552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 CSIT／Booking／Request｜阻塞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4306824"/>
            <a:ext cx="50749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 Patty 提供正式 API、Booking collision、Validation Request 與權限 Contract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261872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261872"/>
            <a:ext cx="73152" cy="2011680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5664" y="1783080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rollout 分支尚無 Draft PR／Review／Merge，不能宣稱 WP0/WP1 100%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原始 Webwright 與 shadow run artifact 仍在部署主機，GitHub 只有摘要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Excel 兩個分工工作表標題殘留 v2.4，需 Owner 確認文件標籤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WP2 依賴 Patty 的 CSIT API、Booking、Validation Request 與 ACL Contract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2784" y="3538728"/>
            <a:ext cx="5257800" cy="2011680"/>
          </a:xfrm>
          <a:prstGeom prst="rect">
            <a:avLst/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538728"/>
            <a:ext cx="73152" cy="201168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666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待主管決策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5664" y="4059936"/>
            <a:ext cx="49377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指定 reviewer，先處理 PR #5，再審查 stacked rollout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 v2.6 工作簿內部 v2.4 標題是否只需文件更正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確認是否將去識別化 Webwright／shadow evidence 上傳為 PR artifact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Patty 提供 WP2 Contract 與可開始日期；未提供前不猜測 CSIT 欄位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下週承諾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以可下載證據、Contract 與 Gate 為完成單位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建立並 Review rollout Draft PR，關閉 WP0/WP1 delivery Gate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96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04872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保存去識別化 E2E／rollback artifact，讓驗收證據可下載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21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529584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Patty 核對 v2.6 原檔與提供 WP2 CSIT Contract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672584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457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654296"/>
            <a:ext cx="9738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G0/G1 流程 Gate 與 WP2 前置條件滿足後才開始 WP2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715000"/>
            <a:ext cx="10515600" cy="475488"/>
          </a:xfrm>
          <a:prstGeom prst="rect">
            <a:avLst/>
          </a:prstGeom>
          <a:solidFill>
            <a:srgbClr val="E7F1F2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824728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完成定義：Evidence 可下載、PR 有 reviewer、Gate 狀態明確；WP2 Contract 未取得前不開始正式實作。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修改內容（1/4）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正式 FastAPI 套件邊界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建立 app/api、app/core、app/schemas，將平台 Contract 與 legacy 程式分層。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app/__init__.py 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正式應用程式入口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以 create_app() 工廠建立 production FastAPI app。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服務 Metadata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設定 title、description、version，供 OpenAPI 與部署識別。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Typed AppSettings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服務名、版本、環境、commit 改由 immutable settings 管理。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app/core/config.py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環境值安全驗證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限制設定字元與長度；不合法值在啟動時顯性失敗。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app/core/config.py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Versioned Router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建立 /api/v1 平台 API prefix，不改名既有 API。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app/api/v1/router.py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Health Endpoint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/api/v1/health，回傳 status/live/ready 與 trace。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Liveness Endpoint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/api/v1/health/live，供程序存活探測。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WP0-01～WP0-08｜WP0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修改內容（2/4）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Readiness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/api/v1/health/ready，保留後續依賴探測擴充點。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Version 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/api/v1/version，回傳 service/version/environment/commit。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router.py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成功回應 Envelope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所有 v1 成功回應統一 data/error/trace_id 結構。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錯誤回應 Envelope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錯誤統一 code/message，避免各 endpoint 自訂格式。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Health/Version Schema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HealthData、VersionData 固定欄位與型別。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Schema 嚴格模式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Pydantic extra=forbid，拒絕未定義欄位。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schemas/common.py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Trace ID 輸入驗證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只接受 1～128 字元的安全 X-Trace-ID。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Trace ID 自動產生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缺失或非法 header 時產生 UUID correlation ID。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WP0-09～WP0-16｜WP0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修改內容（3/4）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Request Trace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trace_id 同步寫入 request.state 與 ContextVar。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Trace Response Header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所有新舊路由回應加入 X-Trace-ID。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HTTP Trace Logging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記錄 trace、method、path、status，支援請求追查。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app/core/trace.py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Logging Context Filter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現有 logging handler 自動帶入目前 trace_id。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app/core/logging.py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422 錯誤映射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v1 validation error 固定為 validation_error，不暴露原始 payload。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app/core/exceptions.py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HTTP 錯誤映射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v1 HTTPException 固定 http_&lt;status&gt; code 與 trace。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app/core/exceptions.py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500 秘密安全處理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記錄 exception type，但 client 只收到 Internal server error。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app/core/exceptions.py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Security Context 邊界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提供匿名安全 context；WP0 不自行發明 Identity Provider。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app/core/security.py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WP0-17～WP0-24｜WP0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WP0 修改內容（4/4）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Lifespan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沿用既有 startup/shutdown context，避免資源初始化回歸。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Routes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掛回 Portal/chat/search/report/ingest/A2A 等既有 routes。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Middleware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沿用既有 CORS 與 middleware 設定。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Framework Route 去重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排除舊 openapi/docs/redoc，避免新舊 framework route 衝突。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app/main.py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Docker 正式入口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Image 複製 app/，CMD 由 src.web_api:app 改為 app.main:app。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Dockerfile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Compose／啟停入口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Compose command 與 start/stop process pattern 改用 app.main:app。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docker-compose.yml、start.sh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Release Package 入口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Release bundle 納入 app/；runtime Uvicorn 與 frontend build 路徑校正。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release/build_release.sh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WP0-32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WP0 測試與 CI 基線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contract/architecture/legacy tests、pytest.ini、dev requirements、README 指令。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3 test files；2c46c834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本頁 WP0-25～WP0-32｜WP0 合計 32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修改內容（1/6）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Canonical JobStatus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固定 queued/running/succeeded/failed/retrying/cancelled 六種狀態。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app/core/job_config.py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Immutable JobConfig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背景任務參數收斂為 frozen dataclass，不再散落硬編碼。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Concurrency 設定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KB_MAX_CONCURRENT_PROCESSING 控制 worker concurrency。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job_config.py、Compose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Lock／Result TTL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processing lock 與 result expiration 改為環境可配置。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Soft／Hard Timeout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任務 soft limit 與 hard limit 改為環境可配置。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Retry Policy 設定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最大重試次數與 countdown 改為環境可配置。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Queue 名稱設定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default/document/indexing queues 統一由 JobConfig 提供。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Beat Enable 設定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提供 KB_CELERY_BEAT_ENABLED 布林設定及驗證。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WP1-01～WP1-08｜WP1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修改內容（2/6）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設定型別驗證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整數最小值與布林字串不合法時立即失敗。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Celery Trace Headers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celery_headers() 只傳遞 trace_id，不改 task payload。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Celery Default Queue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task_default_queue 由 JobConfig 控制。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src/web_api/tasks.py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Queue 宣告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顯式宣告 default/document/indexing/search/ingest queues。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Search Routing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search_task 與 watch_folder_scan 固定送至 search queue。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A83B3B"/>
                </a:solidFill>
                <a:latin typeface="Microsoft JhengHei"/>
              </a:defRPr>
            </a:pPr>
            <a:r>
              <a:t>修正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Ingest Routing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ingest_task 從錯誤的 search queue 改送 ingest queue。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Result Expiration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Celery result_expires 採 JobConfig result TTL。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Worker Concurrency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Celery worker_concurrency 採 JobConfig。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WP1-09～WP1-16｜WP1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修改內容（3/6）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Lost Worker 保護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啟用 task_acks_late 與 task_reject_on_worker_lost。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Canonical State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converting/completed/queued 等 legacy 狀態映射為 job_status。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Legacy Status 相容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保留原 status/progress/status_text/step，只新增 job_status。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Search Trace Propagation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HTTP X-Trace-ID 經 Celery header 送入 search task。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src/web_api/__init__.py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Upload Trace Propagation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Upload/ingest 提交時將 trace_id 傳入 ingest task。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src/web_api/__init__.py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Review Trace Propagation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報告 approve 後排入 ingest 時傳遞 trace_id。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report_routes.py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Task State Trace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攝入 state 保存 trace_id 與 celery_task_id。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Failure Trace Log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搜尋失敗 log 加入跨程序 trace_id。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WP1-17～WP1-24｜WP1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修改內容（4/6）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Ingest Max Retries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ingest_file_task max_retries 由 JobConfig 控制。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Search Retry Countdown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search self.retry countdown 不再固定 5 秒。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tasks.py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Error Classification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輸入錯誤不重試；Connection/Timeout 視為暫時性基礎設施錯誤。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job_config.py、retry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Idempotent Ingest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沿用 document hash、Idempotency-Key、registry duplicate/conflict 機制。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ingest_conflict_protection.py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可配置部署根目錄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config/data/upload mounts 改用 KB_CONFIG_ROOT/KB_DATA_ROOT/KB_UPLOAD_ROOT。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Service Restart Policy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Redis/PostgreSQL/Neo4j/web/search/ingest 設 unless-stopped。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專用 Search Worker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search worker 固定 -Q search 並納入健康檢查。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專用 Ingest Worker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ingest worker 固定 -Q ingest，concurrency=1。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WP1-25～WP1-32｜WP1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修改內容（5/6）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保留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Celery 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Beat 獨立 service，納入 scheduler Gate。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docker-compose.yml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WP1 Unit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新增 JobConfig、queue/status contract、retry/non-retry tests。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3 WP1 test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WP1 CI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backend/frontend/repository hygiene workflow，可手動執行。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wp1-job-reliability.yml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Pre-WP01 Checkpoint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備份 source/config/data、dirty patch 與精確 application image。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Neo4j Logical Export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使用 APOC stream 產生可驗證 Cypher export。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Qdrant Snapshot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逐 collection 建立 snapshot 並下載保存。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WP1-39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PostgreSQL Dump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report registry 使用 custom-format pg_dump。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Redis／SQLite Backup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保存 Redis archive，SQLite 使用 online backup API。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WP1-33～WP1-40｜WP1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Microsoft JhengHei"/>
              </a:defRPr>
            </a:pPr>
            <a:r>
              <a:t>WP1 修改內容（6/6）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78992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100" b="0">
                <a:solidFill>
                  <a:srgbClr val="667783"/>
                </a:solidFill>
                <a:latin typeface="Microsoft JhengHei"/>
              </a:defRPr>
            </a:pPr>
            <a:r>
              <a:t>每一列代表一項實際新增、修改、修正或保留相容性的功能／機制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530352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475488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編號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243584"/>
            <a:ext cx="612648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261872"/>
            <a:ext cx="557784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43584"/>
            <a:ext cx="205740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0025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功能／機制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43584"/>
            <a:ext cx="498348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1261872"/>
            <a:ext cx="49286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實際改動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43584"/>
            <a:ext cx="2788920" cy="384048"/>
          </a:xfrm>
          <a:prstGeom prst="rect">
            <a:avLst/>
          </a:prstGeom>
          <a:solidFill>
            <a:srgbClr val="17324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261872"/>
            <a:ext cx="273405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</a:defRPr>
            </a:pPr>
            <a:r>
              <a:t>主要檔案／證據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627632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4712" y="1627632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1627632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627632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645920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1645920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1645920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Checkpoint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1645920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產生 checkpoint.json、SHA256SUMS、inspect 與 rollback.env。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1645920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pre_wp01_backup.py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148840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" y="2148840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37360" y="2148840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94760" y="2148840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2148840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16712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16712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92224" y="216712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Rollback Dry-run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16712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未加 --execute 時只驗證 manifest/SHA/image，不操作服務。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216712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rollback_pre_wp01.py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670048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" y="2670048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7360" y="2670048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670048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2670048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688336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" y="2688336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2224" y="2688336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Production Confirmation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2688336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正式回退需 --execute 與 PRE_WP01_ROLLBACK 雙重確認。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3104" y="2688336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rollback_pre_wp01.py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191256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" y="3191256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37360" y="3191256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3191256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91256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209544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3209544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92224" y="3209544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資料安全邊界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9624" y="3209544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Application rollback 不刪 volume，也不隱式執行 Level 2 data restore。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3209544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rollback_pre_wp01.py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712463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" y="3712463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37360" y="3712463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94760" y="3712463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712463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3730751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3730751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224" y="3730751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Shadow Rollback Drill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9624" y="3730751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隔離 project/network/volume；驗證 200→503→rollback 200。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3730751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drill_pre_wp01_rollback.py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233672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" y="4233672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37360" y="4233672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94760" y="4233672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233672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4251959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" y="4251959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087F8C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2224" y="4251959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Candidate Gate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9624" y="4251959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隔離依賴驗證 legacy/v1/Agent auth、web、workers、Beat 與清理。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4251959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drill_wp01_candidate.py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" y="4754880"/>
            <a:ext cx="530352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" y="4754880"/>
            <a:ext cx="612648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7360" y="4754880"/>
            <a:ext cx="205740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60" y="4754880"/>
            <a:ext cx="498348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8240" y="4754880"/>
            <a:ext cx="2788920" cy="521207"/>
          </a:xfrm>
          <a:prstGeom prst="rect">
            <a:avLst/>
          </a:prstGeom>
          <a:solidFill>
            <a:srgbClr val="FFFFFF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4773168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2144" y="4773168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A83B3B"/>
                </a:solidFill>
                <a:latin typeface="Microsoft JhengHei"/>
              </a:defRPr>
            </a:pPr>
            <a:r>
              <a:t>修正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4773168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Candidate Search Probe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9624" y="4773168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Gate 補入 /search POST 與 X-Trace-ID，攔截 Request 注入回歸。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4773168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drill_wp01_candidate.py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5276088"/>
            <a:ext cx="530352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" y="5276088"/>
            <a:ext cx="612648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37360" y="5276088"/>
            <a:ext cx="205740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94760" y="5276088"/>
            <a:ext cx="498348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5276088"/>
            <a:ext cx="2788920" cy="521207"/>
          </a:xfrm>
          <a:prstGeom prst="rect">
            <a:avLst/>
          </a:prstGeom>
          <a:solidFill>
            <a:srgbClr val="F9FBFB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294375"/>
            <a:ext cx="493776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19" b="1">
                <a:solidFill>
                  <a:srgbClr val="17324D"/>
                </a:solidFill>
                <a:latin typeface="Microsoft JhengHei"/>
              </a:defRPr>
            </a:pPr>
            <a:r>
              <a:t>WP1-48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2144" y="5294375"/>
            <a:ext cx="557784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B16D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92224" y="5294375"/>
            <a:ext cx="194767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1030" b="1">
                <a:solidFill>
                  <a:srgbClr val="26333D"/>
                </a:solidFill>
                <a:latin typeface="Microsoft JhengHei"/>
              </a:defRPr>
            </a:pPr>
            <a:r>
              <a:t>安全生命週期工具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9624" y="5294375"/>
            <a:ext cx="487375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80" b="0">
                <a:solidFill>
                  <a:srgbClr val="26333D"/>
                </a:solidFill>
                <a:latin typeface="Microsoft JhengHei"/>
              </a:defRPr>
            </a:pPr>
            <a:r>
              <a:t>restart_kb 拆分只讀 status、app-only restart、checkpoint deploy 與自動 rollback。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33104" y="5294375"/>
            <a:ext cx="2679192" cy="4846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defRPr sz="919" b="0">
                <a:solidFill>
                  <a:srgbClr val="667783"/>
                </a:solidFill>
                <a:latin typeface="Microsoft JhengHei"/>
              </a:defRPr>
            </a:pPr>
            <a:r>
              <a:t>restart_kb.sh；8 tests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solidFill>
            <a:srgbClr val="E7F1F2"/>
          </a:solidFill>
          <a:ln w="8890">
            <a:solidFill>
              <a:srgbClr val="CD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5971032"/>
            <a:ext cx="1060704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950" b="1">
                <a:solidFill>
                  <a:srgbClr val="2E7D5B"/>
                </a:solidFill>
                <a:latin typeface="Microsoft JhengHei"/>
              </a:defRPr>
            </a:pPr>
            <a:r>
              <a:t>本頁 WP1-41～WP1-48｜WP1 合計 48 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defRPr sz="1000" b="0">
                <a:solidFill>
                  <a:srgbClr val="667783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AI-KM-Phase1-Weekly-2026-W33-v2.6</dc:title>
  <dc:subject>AI KM Phase 1 2026-W33 weekly progress</dc:subject>
  <dc:creator>AI KM Weekly Reporting</dc:creator>
  <cp:lastModifiedBy>AI KM Weekly Reporting</cp:lastModifiedBy>
  <cp:revision>1</cp:revision>
  <dcterms:created xsi:type="dcterms:W3CDTF">2026-08-11T08:49:02Z</dcterms:created>
  <dcterms:modified xsi:type="dcterms:W3CDTF">2026-08-11T08:49:02Z</dcterms:modified>
</cp:coreProperties>
</file>