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On-Prem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5039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安裝完成後，還要做哪些設定才會連線成功？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91440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這份簡報專門給不熟系統的人看：安裝包裝好後，哪些已經自動完成，哪些還要再確認一次。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安裝後設定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35661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你會看到什麼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安裝包解壓後，系統會先裝好大部分內容，但仍需要確認 OpenClaw 連線、資料來源與驗證步驟。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017520"/>
            <a:ext cx="35661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這份簡報的目的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把「安裝完成後要做什麼」整理成簡單步驟，讓客戶可以照著做，不需要懂程式碼。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407408"/>
            <a:ext cx="356616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最重要的一句話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KB 安裝包會把系統架起來，但若要真正連線成功，還要確認 OpenClaw gateway、資料檔案與驗證流程。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783080"/>
            <a:ext cx="6446520" cy="19933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本次簡報的主題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1. 安裝包已自動完成哪些事
2. 安裝後還需要確認哪些設定
3. 如果畫面還是顯示未連線，要怎麼手動修正
4. 如果要把資料搬進去，raw 檔案要放哪裡
5. 怎麼判斷系統真的好了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" y="4846320"/>
            <a:ext cx="175564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安裝包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先把系統裝起來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846320"/>
            <a:ext cx="175564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OpenClaw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確認 gateway 連線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0016" y="4846320"/>
            <a:ext cx="175564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host nginx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可選，做外部網址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56832" y="4846320"/>
            <a:ext cx="175564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raw 資料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把文件放進去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13648" y="4846320"/>
            <a:ext cx="1755648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驗證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聊天與搜尋測試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42032" y="5248656"/>
            <a:ext cx="201168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498848" y="5248656"/>
            <a:ext cx="201168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455664" y="5248656"/>
            <a:ext cx="201168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412480" y="5248656"/>
            <a:ext cx="201168" cy="0"/>
          </a:xfrm>
          <a:prstGeom prst="line">
            <a:avLst/>
          </a:prstGeom>
          <a:ln w="1651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On-Prem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5039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第一件事：哪些已經自動完成？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91440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先知道安裝包幫你做了什麼，這樣比較好判斷後面還缺什麼。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已自動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572768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2563EB"/>
                </a:solidFill>
                <a:latin typeface="Noto Sans CJK TC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1536192"/>
            <a:ext cx="539496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KB 服務本體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Docker Compose、Web、Neo4j、Redis、Qdrant 都會起來。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95728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6A34A"/>
                </a:solidFill>
                <a:latin typeface="Noto Sans CJK T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359152"/>
            <a:ext cx="539496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OpenClaw 身分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installer 會沿用主機上的 identity，避免金鑰空白。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218688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D97706"/>
                </a:solidFill>
                <a:latin typeface="Noto Sans CJK TC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182112"/>
            <a:ext cx="539496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聊天預設值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避免舊的 queue / lock 讓聊天一開始就卡住。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4041648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4005072"/>
            <a:ext cx="5394960" cy="6675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資料夾結構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會先建立 raw / processed / assets / uploads。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1664208"/>
            <a:ext cx="452628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這代表什麼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大部分系統都已經準備好，不需要你手動安裝程式碼或自己 build。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03720" y="3090672"/>
            <a:ext cx="452628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但還要確認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OpenClaw gateway 是否真的在聽正確的 port，以及你是否要對外開啟 nginx 站台。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4517136"/>
            <a:ext cx="4526280" cy="1243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客戶最常誤會的地方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以為安裝包裝好就不用再確認。其實最後還是要做一次連線驗證。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On-Prem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5039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第二件事：讓 KB 連到 OpenClaw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91440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如果聊天頁顯示「未連線」，通常不是系統壞掉，而是 gateway 位址還沒對上。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連線設定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572768"/>
            <a:ext cx="4343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同一台主機時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OpenClaw gateway 應該使用本機 IP，port 用 18790。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43200"/>
            <a:ext cx="4343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正確的樣子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ws://&lt;主機IP&gt;:18790/ws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13632"/>
            <a:ext cx="43434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如果還沒連上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把 `.env` 與 `install-state.env` 裡的 gateway 設定改成主機 IP + 18790。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572768"/>
            <a:ext cx="54864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你可以直接記這句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KB 安裝包預設會幫你接上 OpenClaw，但如果畫面還是未連線，就把 gateway 改成本機 IP 與 18790。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2944368"/>
            <a:ext cx="54864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安裝後要看的檔案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.env、install-state.env、runtime/openclaw/identity/device.json。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4315968"/>
            <a:ext cx="54864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判斷成功的訊號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chat.html 左上變成「已連線」，而且可以送出問題。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On-Prem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5039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第三件事：OpenClaw 主機 nginx 要不要開？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91440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這一步是選配，不是每個客戶都要。只有想讓外部入口是 https://&lt;host&gt;:18789 時才需要。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B45309"/>
                </a:solidFill>
                <a:latin typeface="Noto Sans CJK TC"/>
              </a:rPr>
              <a:t>選配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39319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如果不要對外網址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可以直接用 KB 的 18443 網站，不必改主機 nginx。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798064"/>
            <a:ext cx="39319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如果要對外網址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安裝時加上 --configure-openclaw-nginx，系統才會幫你寫 OpenClaw 的 nginx 站台。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68496"/>
            <a:ext cx="39319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注意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主機上要先有 nginx，且要有權限寫 /etc/nginx。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664208"/>
            <a:ext cx="5989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這個功能的用途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讓 OpenClaw 的外部入口變成 https://&lt;主機IP&gt;:18789，方便客戶直接開網址使用。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3154680"/>
            <a:ext cx="5989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如果不啟用會怎樣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系統還是能跑，只是沒有那個對外入口；KB 內部頁面仍可正常使用。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4645152"/>
            <a:ext cx="59893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B45309"/>
                </a:solidFill>
                <a:latin typeface="Noto Sans CJK TC"/>
              </a:rPr>
              <a:t>一句話記法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這是加分功能，不是系統必需功能。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On-Prem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5039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第四件事：把文件放進 raw，再做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91440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如果客戶要用自己的文件回答問題，就要把文件放進 raw 目錄或透過上傳頁處理。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CF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資料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3886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原始文件放哪裡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/home/da40_ai_gb10_2/knowledge-base-onprem/app/data/raw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16352"/>
            <a:ext cx="3886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處理後內容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系統會自動產生 processed、assets、uploads。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05072"/>
            <a:ext cx="388620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上傳後會做什麼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轉文字、切段、寫 Neo4j、寫 Qdrant。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92040" y="1664208"/>
            <a:ext cx="5989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如果不放資料會怎樣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系統可以先起來，但聊天時可能只能回答通用內容，無法引用你的報告。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3154680"/>
            <a:ext cx="598932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如果要測攝入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把原始系統 data/raw 的檔案複製到新機器的 raw，然後再做 ingest。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4645152"/>
            <a:ext cx="5989320" cy="1024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最終目的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讓客戶能用自己的文件去問小幫手。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On-Prem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5039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第五件事：怎樣算真的成功連線？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91440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安裝完成後，要用最簡單的方法檢查三件事：服務有沒有起來、OpenClaw 有沒有連上、聊天有沒有回覆。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驗證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572768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2563EB"/>
                </a:solidFill>
                <a:latin typeface="Noto Sans CJK TC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1536192"/>
            <a:ext cx="5440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看服務狀態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docker compose ps 看到 web、nginx、redis、neo4j、qdrant 都是 Up。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2322576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6A34A"/>
                </a:solidFill>
                <a:latin typeface="Noto Sans CJK TC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286000"/>
            <a:ext cx="5440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開聊天頁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https://&lt;主機IP&gt;:18443/chat.html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072384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D97706"/>
                </a:solidFill>
                <a:latin typeface="Noto Sans CJK TC"/>
              </a:rP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3035808"/>
            <a:ext cx="5440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確認已連線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畫面左上應該顯示「已連線」，不是「未連線」。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822191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1D4ED8"/>
                </a:solidFill>
                <a:latin typeface="Noto Sans CJK TC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785615"/>
            <a:ext cx="5440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送一個簡單問題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例如「你在嘛？」或「今天天氣如何？」。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572000"/>
            <a:ext cx="384048" cy="274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047857"/>
                </a:solidFill>
                <a:latin typeface="Noto Sans CJK TC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4535424"/>
            <a:ext cx="544068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看回覆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如果能回覆，代表整條鏈路已通。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03720" y="1664208"/>
            <a:ext cx="4526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如果還是未連線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通常是 gateway 位址不對，或 OpenClaw gateway 還沒有真正啟動。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017520"/>
            <a:ext cx="4526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如果有連線但沒回覆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再看是否有資料、或是否還卡在舊的 queue / lock。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4370832"/>
            <a:ext cx="452628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最簡單的成功標準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能開頁面、能看到已連線、能送出問題、能收到回答。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365760" y="-274320"/>
            <a:ext cx="3474720" cy="3474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-274320"/>
            <a:ext cx="3931920" cy="34747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4389120"/>
            <a:ext cx="4023360" cy="246888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" y="164592"/>
            <a:ext cx="11786616" cy="65288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292608"/>
            <a:ext cx="3657600" cy="1828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000" b="0">
                <a:solidFill>
                  <a:srgbClr val="2563EB"/>
                </a:solidFill>
                <a:latin typeface="Noto Sans CJK TC"/>
              </a:rPr>
              <a:t>Knowledge Base / On-Prem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512064"/>
            <a:ext cx="8503920" cy="38404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Noto Sans CJK TC"/>
              </a:rPr>
              <a:t>常見問題：如果還是連不上怎麼辦？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896112"/>
            <a:ext cx="9144000" cy="310896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/>
            <a:r>
              <a:rPr sz="1200" b="0">
                <a:solidFill>
                  <a:srgbClr val="475569"/>
                </a:solidFill>
                <a:latin typeface="Noto Sans CJK TC"/>
              </a:rPr>
              <a:t>這一頁給現場操作的人看，遇到問題時先從最容易的地方檢查。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457200"/>
            <a:ext cx="1645920" cy="2743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Autofit/>
          </a:bodyPr>
          <a:lstStyle/>
          <a:p>
            <a:pPr algn="ctr"/>
            <a:r>
              <a:rPr sz="850" b="0">
                <a:solidFill>
                  <a:srgbClr val="B91C1C"/>
                </a:solidFill>
                <a:latin typeface="Noto Sans CJK TC"/>
              </a:rPr>
              <a:t>排錯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627632"/>
            <a:ext cx="3611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B91C1C"/>
                </a:solidFill>
                <a:latin typeface="Noto Sans CJK TC"/>
              </a:rPr>
              <a:t>看到未連線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先檢查 gateway 是否是本機 IP + 18790。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816352"/>
            <a:ext cx="3611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D97706"/>
                </a:solidFill>
                <a:latin typeface="Noto Sans CJK TC"/>
              </a:rPr>
              <a:t>聊天沒回覆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看 WebSocket log，有沒有連到 OpenClaw gateway。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005072"/>
            <a:ext cx="3611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6A34A"/>
                </a:solidFill>
                <a:latin typeface="Noto Sans CJK TC"/>
              </a:rPr>
              <a:t>要對外網址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啟用 host nginx 選項，並確認 nginx 已存在。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1755648"/>
            <a:ext cx="6903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CJK TC"/>
              </a:rPr>
              <a:t>最常見的原因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安裝包把 OpenClaw gateway 指到錯的 port，或使用了 127.0.0.1。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3182112"/>
            <a:ext cx="6903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047857"/>
                </a:solidFill>
                <a:latin typeface="Noto Sans CJK TC"/>
              </a:rPr>
              <a:t>最快的人工解法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把 `.env` 與 `install-state.env` 內的 gateway 改成主機 IP + 18790，然後重啟 web / nginx。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4608576"/>
            <a:ext cx="69037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88900" bIns="88900">
            <a:noAutofit/>
          </a:bodyPr>
          <a:lstStyle/>
          <a:p>
            <a:pPr algn="ctr"/>
            <a:r>
              <a:rPr sz="1300" b="1">
                <a:solidFill>
                  <a:srgbClr val="1D4ED8"/>
                </a:solidFill>
                <a:latin typeface="Noto Sans CJK TC"/>
              </a:rPr>
              <a:t>給客戶的話術</a:t>
            </a:r>
          </a:p>
          <a:p>
            <a:pPr>
              <a:spcBef>
                <a:spcPts val="300"/>
              </a:spcBef>
            </a:pPr>
            <a:r>
              <a:rPr sz="1050">
                <a:solidFill>
                  <a:srgbClr val="475569"/>
                </a:solidFill>
                <a:latin typeface="Noto Sans CJK TC"/>
              </a:rPr>
              <a:t>先不要改太多，只要照檢查順序做：服務 -&gt; 連線 -&gt; 資料 -&gt; 驗證。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