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頁標題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內容由 data/YYYY-Www.json 與 generate_weekly_pptx.mjs 產生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頁標題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內容由 data/YYYY-Www.json 與 generate_weekly_pptx.mjs 產生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頁標題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內容由 data/YYYY-Www.json 與 generate_weekly_pptx.mjs 產生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頁標題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內容由 data/YYYY-Www.json 與 generate_weekly_pptx.mjs 產生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5 頁標題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內容由 data/YYYY-Www.json 與 generate_weekly_pptx.mjs 產生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6 頁標題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內容由 data/YYYY-Www.json 與 generate_weekly_pptx.mjs 產生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7 頁標題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內容由 data/YYYY-Www.json 與 generate_weekly_pptx.mjs 產生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KM Weekly Reporting</dc:creator>
  <cp:lastModifiedBy>AI KM Weekly Reporting</cp:lastModifiedBy>
  <cp:revision>1</cp:revision>
  <dcterms:created xsi:type="dcterms:W3CDTF">2026-08-11T01:52:25Z</dcterms:created>
  <dcterms:modified xsi:type="dcterms:W3CDTF">2026-08-11T01:52:25Z</dcterms:modified>
</cp:coreProperties>
</file>