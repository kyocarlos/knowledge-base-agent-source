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EK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739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KM｜2026-W33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914400"/>
            <a:ext cx="100584" cy="429768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00584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KM 改善進度週報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87552" y="182880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E7E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2026-W33｜進度管理基準週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87552" y="2743200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0 正式化基座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報告日期：2026-08-13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統計期間：2026-08-10～2026-08-12 17:00（Asia/Taipei）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0" y="4297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78D6D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全計畫 11.3%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789920" y="63550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C1C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主管摘要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本週結論：Phase 0 有實作成果，但 Gate 尚未正式關閉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3474720" cy="1828800"/>
          </a:xfrm>
          <a:prstGeom prst="roundRect">
            <a:avLst>
              <a:gd name="adj" fmla="val 200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17320"/>
            <a:ext cx="73152" cy="18288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全計畫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984248"/>
            <a:ext cx="3154680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11.3%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1～5 尚無實作證據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417320"/>
            <a:ext cx="3474720" cy="1828800"/>
          </a:xfrm>
          <a:prstGeom prst="roundRect">
            <a:avLst>
              <a:gd name="adj" fmla="val 200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43400" y="1417320"/>
            <a:ext cx="73152" cy="182880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5727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26280" y="1984248"/>
            <a:ext cx="3154680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84.5%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82%｜WP1 87%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92440" y="1417320"/>
            <a:ext cx="3474720" cy="1828800"/>
          </a:xfrm>
          <a:prstGeom prst="roundRect">
            <a:avLst>
              <a:gd name="adj" fmla="val 200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92440" y="1417320"/>
            <a:ext cx="73152" cy="182880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157276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主管關注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5320" y="1984248"/>
            <a:ext cx="3154680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CI overall failure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 尚無 PR／Review／Merge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3794760"/>
            <a:ext cx="1060704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 Phase 0 實作證據盤點與保守計分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PR #2 存在但 CI overall failure、無 review、未合併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 CI 三個 job 成功，但無 PR、review 或 merge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1～5 與 WP0～WP13 規劃完成；WP10 拆為 WP10A、WP10B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0～5 總進度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規劃完成不等於實作完成；Phase 分數由所屬 WP 平均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0 正式化基座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97480" y="1444752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97480" y="1444752"/>
            <a:ext cx="6760845" cy="164592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13898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84.5%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084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Production-ready MVP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97480" y="2112264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71632" y="20574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275234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Compile-Time RAG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97480" y="2779776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71632" y="27249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419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 Agentic RAG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697480" y="3447288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71632" y="33924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40873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4 AI Analysis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97480" y="4114800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71632" y="4059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960" y="47548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5 Enterprise Evolution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697480" y="4782312"/>
            <a:ext cx="8001000" cy="164592"/>
          </a:xfrm>
          <a:prstGeom prst="rect">
            <a:avLst/>
          </a:prstGeom>
          <a:solidFill>
            <a:srgbClr val="E4EAED"/>
          </a:solidFill>
          <a:ln w="12700">
            <a:solidFill>
              <a:srgbClr val="E4E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71632" y="472744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67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562356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全計畫進度 11.3%（15 個 WP 等權平均）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 WP 成果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只呈現有 commit、PR、CI 或驗收證據的工作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5303520" cy="3246120"/>
          </a:xfrm>
          <a:prstGeom prst="roundRect">
            <a:avLst>
              <a:gd name="adj" fmla="val 1127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73152" cy="324612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2704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WP0｜82%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938528"/>
            <a:ext cx="4983480" cy="2532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 contract 與測試基線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head 19d0751e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PR #2 open，無 review／merge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backend、frontend 成功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hygiene whitespace failure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303520" cy="3246120"/>
          </a:xfrm>
          <a:prstGeom prst="roundRect">
            <a:avLst>
              <a:gd name="adj" fmla="val 1127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45352" y="1371600"/>
            <a:ext cx="73152" cy="3246120"/>
          </a:xfrm>
          <a:prstGeom prst="rect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52704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87F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WP1｜87%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8232" y="1938528"/>
            <a:ext cx="4983480" cy="2532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Job/config reliability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head cfe5eb0d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CI 三個 job 全部成功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隔離 runtime restart/idempotency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無 PR／review／merge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5074920"/>
            <a:ext cx="10332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WP2～WP13：0%｜無實作證據，標示尚未開始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 與品質狀態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 未通過，不以程式存在或單一測試成功替代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0789920" cy="1078992"/>
          </a:xfrm>
          <a:prstGeom prst="roundRect">
            <a:avLst>
              <a:gd name="adj" fmla="val 339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73152" cy="1078992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2704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8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G0 API baseline｜阻塞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1938528"/>
            <a:ext cx="104698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WP0 whitespace CI failure；PR 無 review/merge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788920"/>
            <a:ext cx="10789920" cy="1078992"/>
          </a:xfrm>
          <a:prstGeom prst="roundRect">
            <a:avLst>
              <a:gd name="adj" fmla="val 339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788920"/>
            <a:ext cx="73152" cy="1078992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9443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G1 Job reliability｜條件通過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3355848"/>
            <a:ext cx="104698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 green 與隔離 runtime 證據；缺 PR/merge、正式環境故障演練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4206240"/>
            <a:ext cx="10789920" cy="1078992"/>
          </a:xfrm>
          <a:prstGeom prst="roundRect">
            <a:avLst>
              <a:gd name="adj" fmla="val 3390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4206240"/>
            <a:ext cx="73152" cy="1078992"/>
          </a:xfrm>
          <a:prstGeom prst="rect">
            <a:avLst/>
          </a:prstGeom>
          <a:solidFill>
            <a:srgbClr val="667783"/>
          </a:solidFill>
          <a:ln w="12700">
            <a:solidFill>
              <a:srgbClr val="66778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436168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G2～G8｜未開始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4773168"/>
            <a:ext cx="104698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WP2～WP13 無實作證據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風險與待主管決策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本週需要明確 owner 與 Gate 判定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5349240" cy="4343400"/>
          </a:xfrm>
          <a:prstGeom prst="roundRect">
            <a:avLst>
              <a:gd name="adj" fmla="val 842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25880"/>
            <a:ext cx="73152" cy="4343400"/>
          </a:xfrm>
          <a:prstGeom prst="rect">
            <a:avLst/>
          </a:prstGeom>
          <a:solidFill>
            <a:srgbClr val="A83B3B"/>
          </a:solidFill>
          <a:ln w="12700">
            <a:solidFill>
              <a:srgbClr val="A83B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81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83B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主要風險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892808"/>
            <a:ext cx="5029200" cy="3630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WP0 CI 整體失敗，不能關閉 G0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WP1 無 PR，變更尚未進入正式 review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正式環境 backup/restore 與長時間故障注入尚未驗證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325880"/>
            <a:ext cx="5349240" cy="4343400"/>
          </a:xfrm>
          <a:prstGeom prst="roundRect">
            <a:avLst>
              <a:gd name="adj" fmla="val 842"/>
            </a:avLst>
          </a:prstGeom>
          <a:solidFill>
            <a:srgbClr val="F4F7F8"/>
          </a:solidFill>
          <a:ln w="12700">
            <a:solidFill>
              <a:srgbClr val="CD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325880"/>
            <a:ext cx="73152" cy="4343400"/>
          </a:xfrm>
          <a:prstGeom prst="rect">
            <a:avLst/>
          </a:prstGeom>
          <a:solidFill>
            <a:srgbClr val="B16D00"/>
          </a:solidFill>
          <a:ln w="12700">
            <a:solidFill>
              <a:srgbClr val="B16D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81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16D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待主管決策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1892808"/>
            <a:ext cx="5029200" cy="3630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是否要求 WP0 修正 whitespace 後才允許 WP1 PR review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確認 WP1 PR 的 reviewer 與 merge gate owner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確認 Phase 1 CSIT API/ACL 未決事項 owner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下週承諾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承諾以可驗證輸出與 Gate 為單位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502920" cy="502920"/>
          </a:xfrm>
          <a:prstGeom prst="ellipse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307592"/>
            <a:ext cx="9692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 WP0 repository-hygiene 並重跑 CI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2468880"/>
            <a:ext cx="502920" cy="502920"/>
          </a:xfrm>
          <a:prstGeom prst="ellipse">
            <a:avLst/>
          </a:prstGeom>
          <a:solidFill>
            <a:srgbClr val="087F8C"/>
          </a:solidFill>
          <a:ln w="12700">
            <a:solidFill>
              <a:srgbClr val="087F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32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692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建立並審查 WP1 PR，不直接合併 main/dev-work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3611880"/>
            <a:ext cx="502920" cy="5029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675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3593592"/>
            <a:ext cx="9692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 WP2 Knowledge Package contract，先完成 schema 與 negative tests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4754880"/>
            <a:ext cx="502920" cy="502920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818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554480" y="4736592"/>
            <a:ext cx="9692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633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W34 JSON、Evidence、Markdown 與候選 PPTX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68680" y="5806440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78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下週完成定義：有 commit、測試、Evidence、PR/Gate 狀態，且 W34 JSON／Markdown／PPTX 數字一致。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7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Askey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AI-KM-Weekly-2026-W33</dc:title>
  <dc:subject>AI KM 2026-W33 weekly report</dc:subject>
  <dc:creator>AI KM Weekly Reporting</dc:creator>
  <cp:lastModifiedBy>AI KM Weekly Reporting</cp:lastModifiedBy>
  <cp:revision>1</cp:revision>
  <dcterms:created xsi:type="dcterms:W3CDTF">2026-08-11T01:52:25Z</dcterms:created>
  <dcterms:modified xsi:type="dcterms:W3CDTF">2026-08-11T01:52:25Z</dcterms:modified>
</cp:coreProperties>
</file>