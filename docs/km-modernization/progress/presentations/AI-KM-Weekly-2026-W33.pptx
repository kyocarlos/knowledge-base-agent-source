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EK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KM｜2026-W33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914400"/>
            <a:ext cx="100584" cy="4297680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0058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KM 改善進度週報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87552" y="18288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E7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2026-W33｜v2.6 進度管理基準週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2743200"/>
            <a:ext cx="8138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AI KM MVP（Production Ready）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報告日期：2026-08-13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統計期間：2026-08-10～2026-08-12 17:00（Asia/Taipei）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0" y="4297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78D6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全計畫 11.5%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789920" y="6355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1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主管摘要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本週結論：Phase 1 已有前置實作成果，但 Gate 尚未正式關閉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474720" cy="18288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73152" cy="18288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727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全計畫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984248"/>
            <a:ext cx="315468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11.5%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01_AI_KM_Phase規劃_v2.6.xlsx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474720" cy="18288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417320"/>
            <a:ext cx="73152" cy="1828800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5727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1984248"/>
            <a:ext cx="315468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19.1%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WP0 85%｜WP1 87%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474720" cy="18288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5727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主管關注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1984248"/>
            <a:ext cx="315468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v2.6 原始 Excel 尚未存在於 Git，規劃來源 Gate 阻塞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WP0 無 review／merge 與正式入口 E2E artifact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10607040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v2.6 取代舊版 Phase 規劃並鎖定 Anderson／Patty 責任切線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WP0／WP1 驗收分支 CI 六個 job 全部成功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WP0 PR #2 無 review／merge；WP1 仍無 PR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設備預約與驗證申請入口納入 Phase 1；Benchmark 基礎移至 Phase 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1～5 總進度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規劃完成不等於實作完成；Phase 分數由所屬 WP 平均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AI KM MVP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97480" y="1444752"/>
            <a:ext cx="8001000" cy="164592"/>
          </a:xfrm>
          <a:prstGeom prst="rect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1444752"/>
            <a:ext cx="1528191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1389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19.1%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167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 Compile-Time RAG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97480" y="2194560"/>
            <a:ext cx="8001000" cy="164592"/>
          </a:xfrm>
          <a:prstGeom prst="rect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71632" y="21396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916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 Agentic RAG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97480" y="2944368"/>
            <a:ext cx="8001000" cy="164592"/>
          </a:xfrm>
          <a:prstGeom prst="rect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71632" y="28895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6667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4 AI Analysis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97480" y="3694176"/>
            <a:ext cx="8001000" cy="164592"/>
          </a:xfrm>
          <a:prstGeom prst="rect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71632" y="36393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416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5 Enterprise Evolution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97480" y="4443984"/>
            <a:ext cx="8001000" cy="164592"/>
          </a:xfrm>
          <a:prstGeom prst="rect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71632" y="43891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56235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全計畫進度 11.5%（15 個 WP 等權平均）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 WP 成果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只呈現有 commit、PR、CI 或驗收證據的工作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303520" cy="3246120"/>
          </a:xfrm>
          <a:prstGeom prst="roundRect">
            <a:avLst>
              <a:gd name="adj" fmla="val 1127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73152" cy="3246120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2704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WP0｜85%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938528"/>
            <a:ext cx="4983480" cy="2532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FastAPI／REST API 與測試基線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head 19d0751e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PR #2 open，無 review／merge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驗收分支 WP0 CI 三個 job 成功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正式入口 E2E 尚缺 artifact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5352" y="1371600"/>
            <a:ext cx="5303520" cy="3246120"/>
          </a:xfrm>
          <a:prstGeom prst="roundRect">
            <a:avLst>
              <a:gd name="adj" fmla="val 1127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45352" y="1371600"/>
            <a:ext cx="73152" cy="3246120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52704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WP1｜87%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28232" y="1938528"/>
            <a:ext cx="4983480" cy="2532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Docker／Redis／Celery／環境正式化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head cfe5eb0d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CI 三個 job 全部成功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隔離 runtime restart/idempotency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無 PR／review／merge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WP2～WP13：0%｜依 v2.6 新 WP 對應，無實作證據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 與品質狀態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 未通過，不以程式存在或單一測試成功替代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0789920" cy="1078992"/>
          </a:xfrm>
          <a:prstGeom prst="roundRect">
            <a:avLst>
              <a:gd name="adj" fmla="val 3390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73152" cy="1078992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2704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G0 API baseline｜條件通過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驗收分支 CI green；缺 PR review/merge 與正式入口 E2E artifact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788920"/>
            <a:ext cx="10789920" cy="1078992"/>
          </a:xfrm>
          <a:prstGeom prst="roundRect">
            <a:avLst>
              <a:gd name="adj" fmla="val 3390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788920"/>
            <a:ext cx="73152" cy="1078992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443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G1 Job reliability｜條件通過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355848"/>
            <a:ext cx="10469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 green 與隔離 runtime 證據；缺 PR/merge、正式環境故障演練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206240"/>
            <a:ext cx="10789920" cy="1078992"/>
          </a:xfrm>
          <a:prstGeom prst="roundRect">
            <a:avLst>
              <a:gd name="adj" fmla="val 3390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4206240"/>
            <a:ext cx="73152" cy="1078992"/>
          </a:xfrm>
          <a:prstGeom prst="rect">
            <a:avLst/>
          </a:prstGeom>
          <a:solidFill>
            <a:srgbClr val="667783"/>
          </a:solidFill>
          <a:ln w="12700">
            <a:solidFill>
              <a:srgbClr val="6677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36168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G2～G8｜未開始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773168"/>
            <a:ext cx="10469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WP2～WP13 無實作證據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風險與待主管決策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本週需要明確 owner 與 Gate 判定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349240" cy="4343400"/>
          </a:xfrm>
          <a:prstGeom prst="roundRect">
            <a:avLst>
              <a:gd name="adj" fmla="val 842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73152" cy="4343400"/>
          </a:xfrm>
          <a:prstGeom prst="rect">
            <a:avLst/>
          </a:prstGeom>
          <a:solidFill>
            <a:srgbClr val="A83B3B"/>
          </a:solidFill>
          <a:ln w="12700">
            <a:solidFill>
              <a:srgbClr val="A83B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81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A8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主要風險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892808"/>
            <a:ext cx="5029200" cy="3630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v2.6 原始 Excel 尚未存在於 Git，規劃來源 Gate 阻塞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WP0 無 review／merge 與正式入口 E2E artifact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WP1 無 PR，尚未進入正式 review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WP2 依賴 CSIT API、Booking、Validation Request Contract；Anderson 不得猜測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349240" cy="4343400"/>
          </a:xfrm>
          <a:prstGeom prst="roundRect">
            <a:avLst>
              <a:gd name="adj" fmla="val 842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325880"/>
            <a:ext cx="73152" cy="4343400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81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待主管決策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1892808"/>
            <a:ext cx="5029200" cy="3630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由規劃 Owner 提供並核對 v2.6 原始 Excel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確認 WP0 修正與 merge gate owner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確認 WP1 reviewer 與 PR 時程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由 Patty 提供 WP2 的 CSIT API／Booking／Validation Request Contract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下週承諾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承諾以可驗證輸出與 Gate 為單位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502920" cy="502920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898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307592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 WP0 review／merge 與正式入口 E2E artifact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502920" cy="502920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328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450592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建立並審查 WP1 PR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611880"/>
            <a:ext cx="502920" cy="50292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6758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3593592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 Contract 且前置 Gate 關閉後才啟動 WP2 Client／Adapter 與兩項入口；未取得時只做 fake adapter／contract test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4754880"/>
            <a:ext cx="502920" cy="50292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8188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4736592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W34 JSON、Evidence、Markdown 與候選 PPTX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580644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下週完成定義：有 commit、測試、Evidence、PR/Gate 狀態，且 W34 JSON／Markdown／PPTX 數字一致。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Askey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AI-KM-Weekly-2026-W33</dc:title>
  <dc:subject>AI KM 2026-W33 weekly report</dc:subject>
  <dc:creator>AI KM Weekly Reporting</dc:creator>
  <cp:lastModifiedBy>AI KM Weekly Reporting</cp:lastModifiedBy>
  <cp:revision>1</cp:revision>
  <dcterms:created xsi:type="dcterms:W3CDTF">2026-08-11T06:56:34Z</dcterms:created>
  <dcterms:modified xsi:type="dcterms:W3CDTF">2026-08-11T06:56:34Z</dcterms:modified>
</cp:coreProperties>
</file>