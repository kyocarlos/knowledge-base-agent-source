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S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KM｜Phase 1｜2026-W33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68680"/>
            <a:ext cx="91440" cy="452628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10241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Phase 1 本週進度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1856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FE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2026-W33｜v2.6 來源核對與 WP0/WP1 正式部署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8503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MVP（Production Ready）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報告日期：2026-08-13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證據截止：2026-08-11 16:42（Asia/Taipei）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週中更新；週三 17:00 前新增證據須另建修訂版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8D6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 21.1%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835640" y="63642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1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主管摘要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 Gate 已解除；技術 Gate 通過，流程 Gate 尚未關閉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53312"/>
            <a:ext cx="73152" cy="160020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21.1%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12～16 週｜目標 2027-01-14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70832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53312"/>
            <a:ext cx="73152" cy="16002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WP0／WP1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94%／96%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已部署至真實系統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1584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353312"/>
            <a:ext cx="73152" cy="1600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來源基準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4464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v2.6 Excel 已納管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 4c5a4782e727…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0890504" cy="219456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37560"/>
            <a:ext cx="73152" cy="219456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65576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本週結論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858768"/>
            <a:ext cx="10570464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v2.6 原始 Excel 已納管並核對 SHA，來源缺失 Gate 解除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WP0 FastAPI contract 已部署至真實系統，legacy 與 v1 API 並存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WP1 完成 checkpoint、shadow rollback、真實 production rollback 與修正後再部署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乾淨 GitHub rollout 分支已推送，未上傳 secrets、database dumps 或 image archives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範圍與時程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v2.6 Excel：WP0～WP8，Production Ready MVP 12～16 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5257800" cy="74980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 FastAPI／REST API 與測試基線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" y="168249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Anderson｜2026-08-14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01768" y="14630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5257800" cy="74980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  Docker／Redis／Celery／環境正式化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" y="265176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Anderson｜2026-08-21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01768" y="24323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  CSIT Adapter／Booking／Validation Request 入口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" y="362102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Patty Contract／Anderson Client｜2026-10-09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34015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1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169664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WP3  OpenClaw／Report Workflow Adapter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" y="45902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共同｜2026-10-29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01768" y="43708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138928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5230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WP4  Excel Parser／基本 RAG 正式化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" y="555955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Anderson｜2026-11-09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534009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1261872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WP5  Qdrant／Neo4j 基本檢索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9944" y="168249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Anderson｜2026-11-27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79608" y="14630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2231136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WP6  TimescaleDB 基礎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9944" y="265176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Anderson｜2026-12-08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79608" y="24323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3200400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WP7  RBAC／Citation／Audit／Portal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9944" y="362102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共同／Anderson Portal｜2026-12-31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79608" y="34015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4169664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WP8  Phase 1 整合與驗收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9944" y="45902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共同｜2027-01-14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79608" y="43708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WP0｜94%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FastAPI／REST API 與測試基線｜Excel 目標 2026-08-14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928" y="129844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72821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15798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651760"/>
            <a:ext cx="2180158" cy="146304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58775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1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86.7%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81528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3081528"/>
            <a:ext cx="1508760" cy="146304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0175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298448"/>
            <a:ext cx="5257800" cy="23317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298448"/>
            <a:ext cx="73152" cy="233172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本週證據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819656"/>
            <a:ext cx="49377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legacy 與 v1 health/version contract 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正式 chat Webwright 通過，console/network errors=0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rollout 分支 pytest 90 passed 與 frontend build 通過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977640"/>
            <a:ext cx="1078992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977640"/>
            <a:ext cx="73152" cy="16002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10565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 Gate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498848"/>
            <a:ext cx="10469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rollout Draft PR、Reviewer、Merge 與去識別化 Webwright artifact；未完成前保留 6 分 delivery 與 2 分 E2E 缺口。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WP1｜96%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Docker／Redis／Celery／環境正式化｜Excel 目標 2026-08-21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928" y="129844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72821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15798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58775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81528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3081528"/>
            <a:ext cx="1508760" cy="146304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0175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298448"/>
            <a:ext cx="5257800" cy="25603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298448"/>
            <a:ext cx="73152" cy="25603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本週證據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819656"/>
            <a:ext cx="49377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shadow rollback 與 candidate gate 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第一次 production cutover 異常後成功回退，修正後第二次部署通過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checkpoint、workers、Beat、search 與 rollback dry-run 通過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160520"/>
            <a:ext cx="10789920" cy="14173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160520"/>
            <a:ext cx="73152" cy="141732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28853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實際故障處理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681728"/>
            <a:ext cx="104698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 cutover 的 /search 500 立即觸發 production rollback；修正 HTTP Request trace propagation、補 regression test，再通過 candidate 與第二次正式部署。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Gate、風險與待決策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技術通過不等於 PR／Review／Merge 流程完成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61872"/>
            <a:ext cx="73152" cy="98755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898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G0 API baseline｜技術通過／流程待關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 API 與 Webwright 通過；缺 rollout PR review／merge 與 durable E2E artifact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523744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523744"/>
            <a:ext cx="73152" cy="98755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Job reliability｜技術通過／流程待關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真實回退、worker、Beat、search 與 checkpoint 通過；缺 rollout PR review／merge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785616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785616"/>
            <a:ext cx="73152" cy="987552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 CSIT／Booking／Request｜阻塞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4306824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 Patty 提供正式 API、Booking collision、Validation Request 與權限 Contract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261872"/>
            <a:ext cx="5257800" cy="201168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261872"/>
            <a:ext cx="73152" cy="2011680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5664" y="1783080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rollout 分支尚無 Draft PR／Review／Merge，不能宣稱 WP0/WP1 100%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原始 Webwright 與 shadow run artifact 仍在部署主機，GitHub 只有摘要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Excel 兩個分工工作表標題殘留 v2.4，需 Owner 確認文件標籤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WP2 依賴 Patty 的 CSIT API、Booking、Validation Request 與 ACL Contract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2784" y="3538728"/>
            <a:ext cx="5257800" cy="201168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538728"/>
            <a:ext cx="73152" cy="201168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666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待主管決策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5664" y="4059936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指定 reviewer，先處理 PR #5，再審查 stacked rollout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 v2.6 工作簿內部 v2.4 標題是否只需文件更正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確認是否將去識別化 Webwright／shadow evidence 上傳為 PR artifact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Patty 提供 WP2 Contract 與可開始日期；未提供前不猜測 CSIT 欄位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下週承諾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以可下載證據、Contract 與 Gate 為完成單位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建立並 Review rollout Draft PR，關閉 WP0/WP1 delivery Gate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96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04872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保存去識別化 E2E／rollback artifact，讓驗收證據可下載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21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529584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Patty 核對 v2.6 原檔與提供 WP2 CSIT Contract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672584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457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654296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G0/G1 流程 Gate 與 WP2 前置條件滿足後才開始 WP2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715000"/>
            <a:ext cx="10515600" cy="47548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824728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完成定義：Evidence 可下載、PR 有 reviewer、Gate 狀態明確；WP2 Contract 未取得前不開始正式實作。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Askey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AI-KM-Phase1-Weekly-2026-W33-v2.6</dc:title>
  <dc:subject>AI KM Phase 1 2026-W33 weekly progress</dc:subject>
  <dc:creator>AI KM Weekly Reporting</dc:creator>
  <cp:lastModifiedBy>AI KM Weekly Reporting</cp:lastModifiedBy>
  <cp:revision>1</cp:revision>
  <dcterms:created xsi:type="dcterms:W3CDTF">2026-08-11T08:49:02Z</dcterms:created>
  <dcterms:modified xsi:type="dcterms:W3CDTF">2026-08-11T08:49:02Z</dcterms:modified>
</cp:coreProperties>
</file>