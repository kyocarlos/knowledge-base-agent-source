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EK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KM｜2026-W34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914400"/>
            <a:ext cx="100584" cy="4297680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0058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KM 改善進度週報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87552" y="18288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E7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2026-W34｜WP0／WP1 Final Closure synchronization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2743200"/>
            <a:ext cx="8138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AI KM MVP（Production Ready）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報告日期：2026-08-20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統計期間：2026-08-17～2026-08-19 17:00（Asia/Taipei）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0" y="4297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78D6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全計畫 13.3%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789920" y="6355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1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主管摘要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本週結論：WP0／WP1 Final Closed；WP2 仍待獨立 Start Gate Review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474720" cy="18288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73152" cy="18288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727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全計畫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984248"/>
            <a:ext cx="315468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13.3%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01_AI_KM_Phase規劃_v2.6.xlsx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474720" cy="18288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417320"/>
            <a:ext cx="73152" cy="1828800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5727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1984248"/>
            <a:ext cx="315468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22.2%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WP0 100%｜WP1 100%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474720" cy="18288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5727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主管關注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1984248"/>
            <a:ext cx="315468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WP0／WP1 closure同步後需重跑WP0、WP1與Weekly CI並保留exact-head結果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Deferred Disaster Recovery gates仍與WP1 runtime acceptance分開管理，不得宣稱完整災難復原已驗證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10607040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 WP0 Final Closure：主管核准 WP0=100%，Production Acceptance、Browser Evidence與Production Gate均PASS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 WP0 production identity：source 2ef93d6b47d05b1acbc05fadc0df8393fefd41a0、release wp0-e2e-auth-metadata-fix-20260824-r1、image sha256:18039a96b063b3fd85d7c40b975b323f25de71b169efcd9a7d20c2f0f7a5a749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WP0 browser evidence完成：四個route HTTP200、assets 2xx、failed requests=0、fatal errors=0、WebSocket opened/closed PASS；temporary identity已移除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WP1維持100% Final Closed，W34 JSON、Markdown、Evidence index與PPTX同步；WP2維持0%並另走Start Gate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1～5 總進度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規劃完成不等於實作完成；Phase 分數由所屬 WP 平均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AI KM MVP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97480" y="1444752"/>
            <a:ext cx="8001000" cy="164592"/>
          </a:xfrm>
          <a:prstGeom prst="rect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1444752"/>
            <a:ext cx="1776222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13898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22.2%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167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 Compile-Time RAG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97480" y="2194560"/>
            <a:ext cx="8001000" cy="164592"/>
          </a:xfrm>
          <a:prstGeom prst="rect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71632" y="21396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916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 Agentic RAG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97480" y="2944368"/>
            <a:ext cx="8001000" cy="164592"/>
          </a:xfrm>
          <a:prstGeom prst="rect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71632" y="28895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6667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4 AI Analysis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97480" y="3694176"/>
            <a:ext cx="8001000" cy="164592"/>
          </a:xfrm>
          <a:prstGeom prst="rect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71632" y="36393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416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5 Enterprise Evolution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97480" y="4443984"/>
            <a:ext cx="8001000" cy="164592"/>
          </a:xfrm>
          <a:prstGeom prst="rect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71632" y="43891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56235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全計畫進度 13.3%（15 個 WP 等權平均）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 WP 成果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只呈現有 commit、PR、CI 或驗收證據的工作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303520" cy="3246120"/>
          </a:xfrm>
          <a:prstGeom prst="roundRect">
            <a:avLst>
              <a:gd name="adj" fmla="val 1127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73152" cy="3246120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2704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WP0｜100%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938528"/>
            <a:ext cx="4983480" cy="2532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FastAPI／REST API 與測試基線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head 23a5bea5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WP0 Final Closure = 100%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PR #5 Owner Acceptance／canonical delivery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PR #20 browser evidence commit 23a5bea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Production Acceptance PASS；exact source/release/image verified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45352" y="1371600"/>
            <a:ext cx="5303520" cy="3246120"/>
          </a:xfrm>
          <a:prstGeom prst="roundRect">
            <a:avLst>
              <a:gd name="adj" fmla="val 1127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45352" y="1371600"/>
            <a:ext cx="73152" cy="3246120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52704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WP1｜100%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28232" y="1938528"/>
            <a:ext cx="4983480" cy="2532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Docker／Redis／Celery／環境正式化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head 6024e80c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主管 WP1 Final Closure = 100%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Production Acceptance = PASS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Production Gate = PASS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canonical ancestry fast-forward complete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PR #11～#16 retained as Draft/Open historical records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WP2～WP13：0%｜依 v2.6 新 WP 對應，無實作證據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 與品質狀態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 未通過，不以程式存在或單一測試成功替代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0789920" cy="1078992"/>
          </a:xfrm>
          <a:prstGeom prst="roundRect">
            <a:avLst>
              <a:gd name="adj" fmla="val 3390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73152" cy="1078992"/>
          </a:xfrm>
          <a:prstGeom prst="rect">
            <a:avLst/>
          </a:prstGeom>
          <a:solidFill>
            <a:srgbClr val="667783"/>
          </a:solidFill>
          <a:ln w="12700">
            <a:solidFill>
              <a:srgbClr val="6677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2704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G0 API baseline｜Final Closed／Production Accepted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WP0=100%；Owner Acceptance、CI、production synthetic E2E、browser evidence、cleanup與rollback readiness均有證據。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788920"/>
            <a:ext cx="10789920" cy="1078992"/>
          </a:xfrm>
          <a:prstGeom prst="roundRect">
            <a:avLst>
              <a:gd name="adj" fmla="val 3390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788920"/>
            <a:ext cx="73152" cy="1078992"/>
          </a:xfrm>
          <a:prstGeom prst="rect">
            <a:avLst/>
          </a:prstGeom>
          <a:solidFill>
            <a:srgbClr val="667783"/>
          </a:solidFill>
          <a:ln w="12700">
            <a:solidFill>
              <a:srgbClr val="6677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443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G1 Job reliability｜Final Closed／Production Accepted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355848"/>
            <a:ext cx="10469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WP1主管Final Closure=100%；production identity、startup、shared ledger、register/claim/completion、Search、Report、Upload/Ingest、dedup、cleanup、temporary identity removal、Health/Celery均PASS；canonical target fast-forward至e47823629e5ec9013fa35f96898191049c943674。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206240"/>
            <a:ext cx="10789920" cy="1078992"/>
          </a:xfrm>
          <a:prstGeom prst="roundRect">
            <a:avLst>
              <a:gd name="adj" fmla="val 3390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4206240"/>
            <a:ext cx="73152" cy="1078992"/>
          </a:xfrm>
          <a:prstGeom prst="rect">
            <a:avLst/>
          </a:prstGeom>
          <a:solidFill>
            <a:srgbClr val="667783"/>
          </a:solidFill>
          <a:ln w="12700">
            <a:solidFill>
              <a:srgbClr val="6677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36168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G2～G8｜未開始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773168"/>
            <a:ext cx="10469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WP2～WP13 無實作證據。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風險與待主管決策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本週需要明確 owner 與 Gate 判定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349240" cy="4343400"/>
          </a:xfrm>
          <a:prstGeom prst="roundRect">
            <a:avLst>
              <a:gd name="adj" fmla="val 842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73152" cy="4343400"/>
          </a:xfrm>
          <a:prstGeom prst="rect">
            <a:avLst/>
          </a:prstGeom>
          <a:solidFill>
            <a:srgbClr val="A83B3B"/>
          </a:solidFill>
          <a:ln w="12700">
            <a:solidFill>
              <a:srgbClr val="A83B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81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A8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主要風險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892808"/>
            <a:ext cx="5029200" cy="3630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WP0／WP1 closure同步後需重跑WP0、WP1與Weekly CI並保留exact-head結果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Deferred Disaster Recovery gates仍與WP1 runtime acceptance分開管理，不得宣稱完整災難復原已驗證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WP2 依賴 Patty CSIT API、Booking、Validation Request Contract；未取得前不得正式實作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W34 PPTX由JSON產生並保留W33歷史版本；若主管要求17頁正式版，需另提供主管核准的W34 17頁來源檔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349240" cy="4343400"/>
          </a:xfrm>
          <a:prstGeom prst="roundRect">
            <a:avLst>
              <a:gd name="adj" fmla="val 842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325880"/>
            <a:ext cx="73152" cy="4343400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81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待主管決策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1892808"/>
            <a:ext cx="5029200" cy="3630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主管核准WP0/WP1=100% Final Closed；WP0 accepted image為sha256:18039a96...，WP1 identity保持sha256:8f009d19...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review_model=OWNER_ACCEPTANCE、independent_reviewer=false；不虛構獨立審查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PR #5、#19、#20 closure references保留；PR #20維持Draft/Open，evidence commit為23a5bea...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WP2仍維持0%，待Patty prerequisite contracts與獨立Start Gate Review完成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下週承諾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承諾以可驗證輸出與 Gate 為單位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502920" cy="502920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898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307592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 WP2 Prerequisite／Start Gate Review，確認 Patty CSIT API、Booking、Validation Request Contract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502920" cy="502920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328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450592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維持 W34 JSON、Markdown、PPTX 與 v2.6 Excel 基準一致，保留歷史週版本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611880"/>
            <a:ext cx="502920" cy="50292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6758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3593592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維持 WP0/WP1 accepted production identity 與 rollback attribution，不在現場修改 source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4754880"/>
            <a:ext cx="502920" cy="50292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8188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4736592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WP2 Start Gate 未通過前不開始正式 implementation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580644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下週完成定義：有 commit、測試、Evidence、PR/Gate 狀態，且 W34 JSON／Markdown／PPTX 數字一致。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Askey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AI-KM-Weekly-2026-W34</dc:title>
  <dc:subject>AI KM 2026-W34 weekly report</dc:subject>
  <dc:creator>AI KM Weekly Reporting</dc:creator>
  <cp:lastModifiedBy>AI KM Weekly Reporting</cp:lastModifiedBy>
  <cp:revision>1</cp:revision>
  <dcterms:created xsi:type="dcterms:W3CDTF">2026-08-24T14:09:57Z</dcterms:created>
  <dcterms:modified xsi:type="dcterms:W3CDTF">2026-08-24T14:09:57Z</dcterms:modified>
</cp:coreProperties>
</file>