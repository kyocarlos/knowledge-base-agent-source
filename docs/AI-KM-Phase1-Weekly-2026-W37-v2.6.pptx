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W37 separate weekly package  |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W37 KM 搜尋精確度與 Rerank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38912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4AAAFF"/>
                </a:solidFill>
                <a:latin typeface="Aptos"/>
              </a:defRPr>
            </a:pPr>
            <a:r>
              <a:t>文件精確度評分、Rerank 與安全生命週期驗證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01168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2026-W37｜KM-only｜Anderson｜補登獨立版本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3520440" cy="224028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907792"/>
            <a:ext cx="3154680" cy="31089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1">
                <a:solidFill>
                  <a:srgbClr val="EBF2FA"/>
                </a:solidFill>
                <a:latin typeface="Aptos"/>
              </a:defRPr>
            </a:pPr>
            <a:r>
              <a:t>文件精確度評分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37560"/>
            <a:ext cx="3154680" cy="10972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建立 0–3 relevance grade、qrels 與 Recall/Precision/MRR/nDCG evaluator。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590288"/>
            <a:ext cx="31089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第一版完成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743200"/>
            <a:ext cx="3520440" cy="224028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07792"/>
            <a:ext cx="3154680" cy="31089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1">
                <a:solidFill>
                  <a:srgbClr val="EBF2FA"/>
                </a:solidFill>
                <a:latin typeface="Aptos"/>
              </a:defRPr>
            </a:pPr>
            <a:r>
              <a:t>Rerank 真實系統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3154680" cy="10972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Qdrant Top 50 → hard filter → Qwen3 Reranker → fallback baseline；來源卡呈現分數。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590288"/>
            <a:ext cx="31089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runtime 已驗證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2743200"/>
            <a:ext cx="3520440" cy="224028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907792"/>
            <a:ext cx="3154680" cy="31089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1">
                <a:solidFill>
                  <a:srgbClr val="EBF2FA"/>
                </a:solidFill>
                <a:latin typeface="Aptos"/>
              </a:defRPr>
            </a:pPr>
            <a:r>
              <a:t>安全與生命週期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337560"/>
            <a:ext cx="3154680" cy="10972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ACL、published/current、Draft 排除及 model/cache identity 控制。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590288"/>
            <a:ext cx="31089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受控驗證完成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W37 separate weekly package  |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主管摘要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800" b="1">
                <a:solidFill>
                  <a:srgbClr val="4AAAFF"/>
                </a:solidFill>
                <a:latin typeface="Aptos"/>
              </a:defRPr>
            </a:pPr>
            <a:r>
              <a:t>本週範圍與可宣稱結果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文件精確度評分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57400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建立 0–3 relevance grade、qrels 與 Recall/Precision/MRR/nDCG evaluator。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176272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第一版完成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98648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08376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Rerank 真實系統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90088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Qdrant Top 50 → hard filter → Qwen3 Reranker → fallback baseline；來源卡呈現分數。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3108960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runtime 已驗證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31335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41063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安全與生命週期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22775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ACL、published/current、Draft 排除及 model/cache identity 控制。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4041648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受控驗證完成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64023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73751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效益證據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855463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未完成 qrels 前，不宣稱命中率固定提升；只認定可追蹤與可回退。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4974336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F7B84A"/>
                </a:solidFill>
                <a:latin typeface="Aptos"/>
              </a:defRPr>
            </a:pPr>
            <a:r>
              <a:t>驗收邊界明確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W37 separate weekly package  |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驗證證據與邊界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21208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4DCD91"/>
                </a:solidFill>
                <a:latin typeface="Aptos"/>
              </a:defRPr>
            </a:pPr>
            <a:r>
              <a:t>已完成／可宣稱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21208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F7B84A"/>
                </a:solidFill>
                <a:latin typeface="Aptos"/>
              </a:defRPr>
            </a:pPr>
            <a:r>
              <a:t>未完成／不可宣稱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3566160"/>
          </a:xfrm>
          <a:prstGeom prst="roundRect">
            <a:avLst/>
          </a:prstGeom>
          <a:solidFill>
            <a:srgbClr val="162237"/>
          </a:solidFill>
          <a:ln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09160" cy="30632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0">
                <a:solidFill>
                  <a:srgbClr val="EBF2FA"/>
                </a:solidFill>
                <a:latin typeface="Aptos"/>
              </a:defRPr>
            </a:pPr>
            <a:r>
              <a:t>• 評分欄位與 score breakdown 可呈現</a:t>
            </a:r>
            <a:br/>
            <a:r>
              <a:t>• Rerank active/fallback 可追蹤</a:t>
            </a:r>
            <a:br/>
            <a:r>
              <a:t>• lifecycle hard filter 不讓 Draft/non-current 進入排序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566160"/>
          </a:xfrm>
          <a:prstGeom prst="roundRect">
            <a:avLst/>
          </a:prstGeom>
          <a:solidFill>
            <a:srgbClr val="162237"/>
          </a:solidFill>
          <a:ln>
            <a:solidFill>
              <a:srgbClr val="F7B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709160" cy="30632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0">
                <a:solidFill>
                  <a:srgbClr val="EBF2FA"/>
                </a:solidFill>
                <a:latin typeface="Aptos"/>
              </a:defRPr>
            </a:pPr>
            <a:r>
              <a:t>• Golden qrels 尚待補齊正確 document/chunk/relevance</a:t>
            </a:r>
            <a:br/>
            <a:r>
              <a:t>• 尚不能宣稱 Recall、Precision 或命中率已提升</a:t>
            </a:r>
            <a:br/>
            <a:r>
              <a:t>• 模型異常時須維持 baseline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W37 separate weekly package  |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下一步工作安排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4AAAFF"/>
                </a:solidFill>
                <a:latin typeface="Aptos"/>
              </a:defRPr>
            </a:pPr>
            <a:r>
              <a:t>依序完成，通過驗收後再擴大範圍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744200" cy="347472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0149840" cy="28346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0">
                <a:solidFill>
                  <a:srgbClr val="EBF2FA"/>
                </a:solidFill>
                <a:latin typeface="Aptos"/>
              </a:defRPr>
            </a:pPr>
            <a:r>
              <a:t>1. 補齊 10 筆 golden query 的 document/chunk qrels</a:t>
            </a:r>
            <a:br/>
            <a:r>
              <a:t>2. 在 CI 執行 baseline/candidate 指標比較</a:t>
            </a:r>
            <a:br/>
            <a:r>
              <a:t>3. 持續驗證 timeout、模型不可用與 ACL regression</a:t>
            </a:r>
            <a:br/>
            <a:r>
              <a:t>4. 通過 release gate 後再評估 shadow/A-B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