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-228600"/>
            <a:ext cx="3657600" cy="3657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4114800" cy="356616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4389120"/>
            <a:ext cx="4389120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2918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New Machine Rebuild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在另一台電腦重建 knowledge-base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89611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這份操作手冊說明如何從 code-only GitHub repo 開始，把系統在新電腦上重新架起來，然後再重新 ingest 資料。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操作手冊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3566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這份手冊的目標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你不需要把舊機器整包複製過去，只要 clone GitHub、補設定、起服務、再 ingest 文件即可。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17520"/>
            <a:ext cx="3566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最重要的原則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GitHub 放可重建的程式碼，資料放獨立 bundle。這樣搬到新機器時才穩定。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407408"/>
            <a:ext cx="3566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你會得到什麼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一套能在新電腦重新啟動的 knowledge-base 系統，再把需要的文件重新 ingest 進去。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783080"/>
            <a:ext cx="6446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一句話版流程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clone repository -&gt; 安裝 Docker -&gt; 建 symlink 或調整路徑 -&gt; 複製 config -&gt; 啟動服務 -&gt; 還原資料 bundle（可選） -&gt; 重新 ingest -&gt; 驗證搜尋與 Neo4j/Qdrant。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828032"/>
            <a:ext cx="157276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clone repo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GitHub code-only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4828032"/>
            <a:ext cx="157276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docker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install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68496" y="4828032"/>
            <a:ext cx="157276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path fix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symlink or edit paths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33872" y="4828032"/>
            <a:ext cx="157276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config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fill local secrets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9248" y="4828032"/>
            <a:ext cx="157276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start stack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Docker + restart script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54896" y="4828032"/>
            <a:ext cx="157276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B45309"/>
                </a:solidFill>
                <a:latin typeface="Noto Sans CJK TC"/>
              </a:rPr>
              <a:t>ingest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rebuild your KB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49424" y="5230368"/>
            <a:ext cx="128016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40480" y="5230368"/>
            <a:ext cx="128016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05856" y="5230368"/>
            <a:ext cx="128016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71231" y="5230368"/>
            <a:ext cx="128017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326880" y="5230368"/>
            <a:ext cx="128016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6656" y="6035040"/>
            <a:ext cx="1088136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TC"/>
              </a:rPr>
              <a:t>建置完成後，系統會先可跑起來，再由你重新 ingest 新資料。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-228600"/>
            <a:ext cx="3657600" cy="3657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4114800" cy="356616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4389120"/>
            <a:ext cx="4389120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2918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New Machine Rebuild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第一步：準備新電腦環境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89611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先安裝好系統需要的基礎工具，這一步完成後，再開始 clone 與設定。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前置準備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572768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2563EB"/>
                </a:solidFill>
                <a:latin typeface="Noto Sans CJK TC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1536192"/>
            <a:ext cx="5440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Git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用來 clone GitHub repo。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331720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6A34A"/>
                </a:solidFill>
                <a:latin typeface="Noto Sans CJK TC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2295144"/>
            <a:ext cx="5440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Docker / Docker Compose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用來啟動 Neo4j、Redis、Web API、Celery。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090672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D97706"/>
                </a:solidFill>
                <a:latin typeface="Noto Sans CJK TC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054096"/>
            <a:ext cx="5440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Python 3.12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給後端腳本與工具使用。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849624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3813048"/>
            <a:ext cx="5440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Node.js 18+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給前端建置使用。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608576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4572000"/>
            <a:ext cx="5440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Ollama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如果你使用本機模型，這是 LLM 服務。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1664208"/>
            <a:ext cx="44988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建議先確認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Docker 是否能正常啟動、`docker ps` 是否可執行、`python3.12 --version` 是否存在。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3063240"/>
            <a:ext cx="44988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若要搬資料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請先準備獨立資料 bundle，不要期待 GitHub repo 內會有 `data/`。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4462272"/>
            <a:ext cx="44988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最常見卡點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缺少 Docker、Node 或 Ollama；先補好環境，再繼續下一步。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-228600"/>
            <a:ext cx="3657600" cy="3657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4114800" cy="356616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4389120"/>
            <a:ext cx="4389120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2918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New Machine Rebuild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第二步：安裝 Docker 並啟動 Neo4j / Qdrant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89611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這個專案把 Neo4j 和 Qdrant 都放在 Docker 裡，先把 Docker 裝好，後面的服務才會起得來。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docker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72768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安裝 Docker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Windows / macOS 建議用 Docker Desktop；Linux 可用 Docker Engine + Docker Compose plugin。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98064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Linux 常用安裝指令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sudo apt-get update &amp;&amp; sudo apt-get install -y docker.io docker-compose-plugin &amp;&amp; sudo systemctl enable --now docker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233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驗證 Docker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確認 `docker version`、`docker compose version`、`docker ps` 都可以正常執行。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572768"/>
            <a:ext cx="5138928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Neo4j 在 Docker 裡怎麼跑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由 `docker-compose.yml` 的 `neo4j` service 啟動，容器名是 `kb-neo4j`，主機對外是 `17474/17687`，容器內連線是 `bolt://neo4j:7687`。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2999232"/>
            <a:ext cx="5138928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Qdrant 在 Docker 裡怎麼跑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由 `restart_kb.sh` 另外建立 `kb-qdrant` 容器，主機對外是 `6335/6336`；若容器不存在，腳本會自動 `docker run`。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4425696"/>
            <a:ext cx="513892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B45309"/>
                </a:solidFill>
                <a:latin typeface="Noto Sans CJK TC"/>
              </a:rPr>
              <a:t>快速啟動方式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./restart_kb.sh 會一起拉起 Neo4j、Qdrant、Redis、Web API、Celery 與前端。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-228600"/>
            <a:ext cx="3657600" cy="3657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4114800" cy="356616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4389120"/>
            <a:ext cx="4389120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2918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New Machine Rebuild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第三步：Clone repo 並處理絕對路徑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89611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這個專案目前仍有一些硬編碼路徑，所以新電腦第一次建置時，先讓舊路徑能對上。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clone /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45920"/>
            <a:ext cx="3840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Clone GitHub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git clone git@github.com:kyocarlos/knowledge-base.git knowledge-base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26080"/>
            <a:ext cx="3840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切到專案目錄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cd knowledge-base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206240"/>
            <a:ext cx="3840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建立相容 symlink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sudo mkdir -p /home/da40_ai_gb10 &amp;&amp; sudo ln -s "$(pwd)" /home/da40_ai_gb10/knowledge-base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691640"/>
            <a:ext cx="5989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為什麼要做這一步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目前 `docker-compose.yml`、`restart_kb.sh`、`start.sh`、`config/config.yaml` 與部分 `src/` 還有原機器的絕對路徑。先建立 symlink，最快能讓現有腳本直接跑起來。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3154680"/>
            <a:ext cx="5989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長期建議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如果你之後要把它變成真正可移機版本，再把硬編碼路徑改成相對路徑或環境變數。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4617720"/>
            <a:ext cx="5989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這一步做完後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新電腦就能把這份專案當作原機器那個路徑來用。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-228600"/>
            <a:ext cx="3657600" cy="3657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4114800" cy="356616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4389120"/>
            <a:ext cx="4389120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2918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New Machine Rebuild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第四步：複製設定檔與填入本機資訊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89611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GitHub 上只保留範本檔，你要在新電腦上建立自己的 `config/config.yaml`。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B45309"/>
                </a:solidFill>
                <a:latin typeface="Noto Sans CJK TC"/>
              </a:rPr>
              <a:t>config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64208"/>
            <a:ext cx="3931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複製範本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cp config/config.yaml.example config/config.yaml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88920"/>
            <a:ext cx="3931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填入 Neo4j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neo4j_uri: bolt://neo4j:7687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13632"/>
            <a:ext cx="3931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填入密碼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neo4j_password: 你的密碼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038344"/>
            <a:ext cx="3931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可調整的項目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Ollama model、Qdrant URL、Redis、路徑與 ports。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664208"/>
            <a:ext cx="5989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設定原則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把本機專屬的東西都留在 `config.yaml`，不要把它提交回 GitHub。GitHub 只留 `config.yaml.example`。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246120"/>
            <a:ext cx="5989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資料庫連線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容器內 Neo4j 用 `bolt://neo4j:7687`；主機外部瀏覽器連線時才會用 `localhost:17687`。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4828032"/>
            <a:ext cx="5989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如果你只想重建系統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不用先恢復舊資料，先把服務起來最重要。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-228600"/>
            <a:ext cx="3657600" cy="3657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4114800" cy="356616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4389120"/>
            <a:ext cx="4389120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2918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New Machine Rebuild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第五步：啟動服務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89611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最簡單的方式是直接用專案提供的重啟腳本，讓前端、API、Neo4j、Redis、Celery 一起起來。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start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執行指令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./restart_kb.sh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61488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它會做什麼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建置前端、啟動 Docker stack、檢查健康狀態、做 websocket smoke test。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如果失敗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先檢查 symlink、Docker、Node、Ollama、以及本機 port 有沒有衝突。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8112" y="1737360"/>
            <a:ext cx="54864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成功後你應該看到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kb-web、kb-neo4j、kb-redis、kb-celery-search、kb-celery-ingest、kb-celery-beat 都處於 Up 狀態。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8112" y="3154680"/>
            <a:ext cx="54864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驗證頁面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http://localhost:8000/health、http://localhost:3030/chat.html、Neo4j Browser。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68112" y="457200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補充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如果你只想看 Neo4j 資料，請連到 `bolt://localhost:17687`。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-228600"/>
            <a:ext cx="3657600" cy="3657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4114800" cy="356616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4389120"/>
            <a:ext cx="4389120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2918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New Machine Rebuild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第六步：還原資料並重新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89611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如果你要沿用舊資料，就把資料包解壓；如果要乾淨重建，就直接重新 ingest。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B45309"/>
                </a:solidFill>
                <a:latin typeface="Noto Sans CJK TC"/>
              </a:rPr>
              <a:t>data / ingest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45920"/>
            <a:ext cx="3886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資料包來源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獨立的 tar.gz bundle，不放在 GitHub repo 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80360"/>
            <a:ext cx="3886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還原方式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tar -xzf backups/knowledge-base-data-YYYYMMDD_HHMMSS.tar.gz -C /path/to/knowledge-base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14800"/>
            <a:ext cx="3886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重新 ingest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把新文件放進 data/raw/ 或透過上傳頁，系統會自動轉換並入庫。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691640"/>
            <a:ext cx="5989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資料夾會長什麼樣子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通常會恢復 `data/raw/`、`data/processed/`、`data/assets/`、`data/uploads/`。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3154680"/>
            <a:ext cx="5989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如果不要舊資料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可以直接跳過還原，從新文件開始 ingest，等於做一個乾淨的知識庫。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4617720"/>
            <a:ext cx="5989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最終效果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文件會進 Neo4j 與 Qdrant，之後可以在聊天頁面直接查詢。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-228600"/>
            <a:ext cx="3657600" cy="3657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4114800" cy="356616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4389120"/>
            <a:ext cx="4389120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2918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New Machine Rebuild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第七步：驗證系統是否可用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89611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把最基本的連線、搜尋、和資料庫查詢都跑一遍，確認真的建成功。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572768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2563EB"/>
                </a:solidFill>
                <a:latin typeface="Noto Sans CJK TC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1536192"/>
            <a:ext cx="5303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Health check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curl -fsS http://localhost:8000/health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322576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6A34A"/>
                </a:solidFill>
                <a:latin typeface="Noto Sans CJK TC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2286000"/>
            <a:ext cx="5303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Chat page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http://localhost:3030/chat.html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072384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D97706"/>
                </a:solidFill>
                <a:latin typeface="Noto Sans CJK TC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035808"/>
            <a:ext cx="5303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Neo4j Browser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bolt://localhost:17687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822191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3785615"/>
            <a:ext cx="5303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Query Document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MATCH (d:Document) RETURN count(d);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572000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4535424"/>
            <a:ext cx="5303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Search sample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在聊天頁查一個你熟悉的報告名稱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1664208"/>
            <a:ext cx="4526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如果看到 No instance connected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代表 Neo4j Browser 還沒連上資料庫，請手動輸入 `bolt://localhost:17687` 與帳密。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3063240"/>
            <a:ext cx="4526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如果能查到 Document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表示 Neo4j 已正常承載報告資料。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4462272"/>
            <a:ext cx="4526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如果聊天能回應並帶來源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表示知識庫查詢鏈路已連通。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-228600"/>
            <a:ext cx="3657600" cy="3657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4114800" cy="356616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4389120"/>
            <a:ext cx="4389120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2918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New Machine Rebuild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常見問題與排錯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89611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新機器最常遇到的是路徑、port、模型與瀏覽器連線方式。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B91C1C"/>
                </a:solidFill>
                <a:latin typeface="Noto Sans CJK TC"/>
              </a:rPr>
              <a:t>troubleshoot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36118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B91C1C"/>
                </a:solidFill>
                <a:latin typeface="Noto Sans CJK TC"/>
              </a:rPr>
              <a:t>看不到 Neo4j 資料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Browser 內連到 `bolt://localhost:17687`，不是預設的 7687。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34640"/>
            <a:ext cx="36118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restart_kb.sh 找不到路徑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先建立 `/home/da40_ai_gb10/knowledge-base` 的 symlink，或把硬編碼路徑改掉。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41648"/>
            <a:ext cx="36118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Ollama 模型不存在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先 `ollama pull gemma4:12b`，再重新啟動。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755648"/>
            <a:ext cx="6903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Docker port 衝突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如果 17474 / 17687 / 3030 / 8000 / 6335 被別的服務佔用，先停掉衝突服務，再重新啟動。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182112"/>
            <a:ext cx="6903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資料沒進去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先確認資料真的放進 `data/raw/` 或上傳頁，然後再看 ingest log 是否有完成。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4608576"/>
            <a:ext cx="6903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建議的排錯順序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路徑 -&gt; Docker -&gt; 模型 -&gt; Neo4j / Qdrant -&gt; 搜尋頁。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