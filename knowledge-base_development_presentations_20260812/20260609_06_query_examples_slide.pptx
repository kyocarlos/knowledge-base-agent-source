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365760"/>
            <a:ext cx="3931920" cy="3931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"/>
            <a:ext cx="4389120" cy="384048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297680"/>
            <a:ext cx="3749039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2336" y="310896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</a:rPr>
              <a:t>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"/>
            <a:ext cx="25603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Noto Sans CJK TC"/>
              </a:rPr>
              <a:t>Knowledge Base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"/>
            <a:ext cx="2926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Noto Sans CJK TC"/>
              </a:rPr>
              <a:t>PPTX Title Slide 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85632" y="320040"/>
            <a:ext cx="969264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Query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20040"/>
            <a:ext cx="10972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4G/5G + WiFi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320040"/>
            <a:ext cx="123444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Single Slide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804672"/>
            <a:ext cx="1645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0">
                <a:solidFill>
                  <a:srgbClr val="2563EB"/>
                </a:solidFill>
                <a:latin typeface="Noto Sans CJK TC"/>
              </a:rPr>
              <a:t>Opening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87552"/>
            <a:ext cx="649224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Noto Sans CJK TC"/>
              </a:rPr>
              <a:t>4G/5G 與 WiFi 範例題型整理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03120"/>
            <a:ext cx="5852160" cy="1051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Noto Sans CJK TC"/>
              </a:rPr>
              <a:t>這份簡報會直接展示實際 query 範例，讓你在報告時先說清楚測試範圍，再逐頁帶出 4G/5G 與 WiFi 的代表題目。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36976"/>
            <a:ext cx="1261872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1D4ED8"/>
                </a:solidFill>
                <a:latin typeface="Noto Sans CJK TC"/>
              </a:rPr>
              <a:t>直接查數據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236976"/>
            <a:ext cx="1261872" cy="31089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047857"/>
                </a:solidFill>
                <a:latin typeface="Noto Sans CJK TC"/>
              </a:rPr>
              <a:t>完整 / 詳細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236976"/>
            <a:ext cx="1261872" cy="310896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B45309"/>
                </a:solidFill>
                <a:latin typeface="Noto Sans CJK TC"/>
              </a:rPr>
              <a:t>比較 / 差異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4" y="3236976"/>
            <a:ext cx="1600200" cy="31089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Noto Sans CJK TC"/>
              </a:rPr>
              <a:t>泛問 / 相關文件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841248"/>
            <a:ext cx="4663440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563EB"/>
                </a:solidFill>
                <a:latin typeface="Noto Sans CJK TC"/>
              </a:rPr>
              <a:t>Presentation Note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75569"/>
                </a:solidFill>
                <a:latin typeface="Noto Sans CJK TC"/>
              </a:rPr>
              <a:t>建議報告時先講這頁的定位：這不是搜尋結果頁，而是用來讓聽眾先理解接下來會怎麼測語意路由、文件命中與數據保留。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9168" y="2331720"/>
            <a:ext cx="19933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TC"/>
              </a:rPr>
              <a:t>4G/5G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專案 + 指標 + 明細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例如 Throughput、Handover、Case 對照與完整數值。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9448" y="2331720"/>
            <a:ext cx="19933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Noto Sans CJK TC"/>
              </a:rPr>
              <a:t>WiFi</a:t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0F172A"/>
                </a:solidFill>
                <a:latin typeface="Noto Sans CJK TC"/>
              </a:rPr>
              <a:t>型號 + 頻段 + 頻寬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例如 2.4GHz / 5GHz / 6GHz 與原文保留。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532120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Noto Sans CJK TC"/>
              </a:rPr>
              <a:t>下一頁開始就是實際的 10 條 4G/5G 範例題目與 10 條 WiFi 範例題目。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365760"/>
            <a:ext cx="3931920" cy="3931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"/>
            <a:ext cx="4389120" cy="384048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297680"/>
            <a:ext cx="3749039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47472"/>
            <a:ext cx="2560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Query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66928"/>
            <a:ext cx="6400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4G/5G 範例題目類型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024128"/>
            <a:ext cx="85953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Noto Sans CJK TC"/>
              </a:rPr>
              <a:t>以下 10 條是實際可拿來測試 4G/5G 查詢路由、數值保留、Case 定位與相關文件召回的題目。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2912" y="438912"/>
            <a:ext cx="109728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4G/5G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53344" y="438912"/>
            <a:ext cx="9601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10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153619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01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直接查數據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SCU2140 的 Throughput 測試數據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26771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02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完整 / 詳細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請顯示 SCU2060 詳細的 Throughput 測試數據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99923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03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比較 / 差異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SCU2060、SCU2140、SCU5050 的 Throughput 有什麼差異？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73075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04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案例列表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請列出 Throughput 底下有哪些 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46227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05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單一 Case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SCU2140 的 Case 15 Throughput 數據是多少？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53619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06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相關文件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SCU2050 的相關報告數據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26771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07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測試項目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請找出所有有 Latency 測試項目的報告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99923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08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共通項目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SCU2140 和 SCU5050 共通的測試項目有哪些？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3075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09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Performance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SCU5050 的 Performance Test 數據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46227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E6DFF"/>
                </a:solidFill>
                <a:latin typeface="Noto Sans CJK TC"/>
              </a:rPr>
              <a:t>10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Handover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SCU2060 的 Handover 測試結果如何？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327648"/>
            <a:ext cx="109728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Noto Sans CJK TC"/>
              </a:rPr>
              <a:t>這些題目可直接用於測試語意分類、文件命中與資料保留效果。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365760"/>
            <a:ext cx="3931920" cy="3931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"/>
            <a:ext cx="4389120" cy="384048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4297680"/>
            <a:ext cx="3749039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47472"/>
            <a:ext cx="25603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Query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66928"/>
            <a:ext cx="6400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WiFi 範例題目類型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024128"/>
            <a:ext cx="85953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Noto Sans CJK TC"/>
              </a:rPr>
              <a:t>以下 10 條是實際可拿來測試 WiFi 型號查詢、頻段抽取、頻寬保留與概念性問答的題目。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2912" y="438912"/>
            <a:ext cx="109728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WiFi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53344" y="438912"/>
            <a:ext cx="96012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10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153619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01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直接查數據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TP-Link Archer BE805 的 Throughput 測試數據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26771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02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完整 / 詳細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請顯示 TP-Link Archer BE805 詳細的 Throughput 測試數據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99923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03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2.4GHz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TP-Link Archer BE805 的 2.4GHz Throughput 測試數據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73075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04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5GHz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TP-Link Archer BE805 的 5GHz Throughput 測試數據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46227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05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6GHz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TP-Link Archer BE805 的 6GHz Throughput 測試數據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53619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06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80MHz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請查詢 TP-Link Archer BE805 的 5GHz 80MHz Throughput 測試數據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26771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07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比較 / 差異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TP-Link Archer BE805 的 2.4GHz、5GHz、6GHz Throughput 有什麼差異？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99923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08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知識問題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WiFi 7 和 WiFi 6 有什麼差別？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3075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09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相關文件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TP-Link Archer BE805 的相關文件有哪些？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462272"/>
            <a:ext cx="54132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>
            <a:noAutofit/>
          </a:bodyPr>
          <a:lstStyle/>
          <a:p>
            <a:pPr algn="l"/>
            <a:r>
              <a:rPr sz="1100" b="1">
                <a:solidFill>
                  <a:srgbClr val="2FA05C"/>
                </a:solidFill>
                <a:latin typeface="Noto Sans CJK TC"/>
              </a:rPr>
              <a:t>10</a:t>
            </a:r>
            <a:r>
              <a:rPr sz="1000" b="1">
                <a:solidFill>
                  <a:srgbClr val="64748B"/>
                </a:solidFill>
                <a:latin typeface="Noto Sans CJK TC"/>
              </a:rPr>
              <a:t>  實務建議</a:t>
            </a:r>
          </a:p>
          <a:p>
            <a:pPr>
              <a:spcBef>
                <a:spcPts val="200"/>
              </a:spcBef>
            </a:pPr>
            <a:r>
              <a:rPr sz="1220">
                <a:solidFill>
                  <a:srgbClr val="334155"/>
                </a:solidFill>
                <a:latin typeface="Noto Sans CJK TC"/>
              </a:rPr>
              <a:t>企業環境 WiFi 頻道規劃要注意什麼？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327648"/>
            <a:ext cx="109728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Noto Sans CJK TC"/>
              </a:rPr>
              <a:t>這些題目可直接用於測試語意分類、文件命中與資料保留效果。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