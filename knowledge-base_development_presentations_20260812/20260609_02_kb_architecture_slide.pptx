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38404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Noto Sans CJK TC"/>
              </a:rPr>
              <a:t>Knowledge Base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658368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Noto Sans CJK TC"/>
              </a:rPr>
              <a:t>知識庫系統架構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498079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Noto Sans CJK TC"/>
              </a:rPr>
              <a:t>本簡報說明知識庫系統的主要組成、資料流向與各元件職責，適合用於對客戶進行架構介紹。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1133856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簡化版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3936" y="2103120"/>
            <a:ext cx="1426464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架構說明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178308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45309"/>
                </a:solidFill>
                <a:latin typeface="Noto Sans CJK TC"/>
              </a:rPr>
              <a:t>正式簡報版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804672"/>
            <a:ext cx="4526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簡報重點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只講系統怎麼串起來，不講程式細節。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Noto Sans CJK TC"/>
              </a:rPr>
              <a:t>1. 使用者透過瀏覽器進入系統，使用聊天與查詢功能。</a:t>
            </a:r>
          </a:p>
          <a:p>
            <a:r>
              <a:rPr sz="1100">
                <a:solidFill>
                  <a:srgbClr val="334155"/>
                </a:solidFill>
                <a:latin typeface="Noto Sans CJK TC"/>
              </a:rPr>
              <a:t>2. 前端頁面負責提供統一入口，並將請求送往後端。</a:t>
            </a:r>
          </a:p>
          <a:p>
            <a:r>
              <a:rPr sz="1100">
                <a:solidFill>
                  <a:srgbClr val="334155"/>
                </a:solidFill>
                <a:latin typeface="Noto Sans CJK TC"/>
              </a:rPr>
              <a:t>3. 後端根據問題內容查詢知識庫資料，並整理成可閱讀的回答。</a:t>
            </a:r>
          </a:p>
          <a:p>
            <a:r>
              <a:rPr sz="1100">
                <a:solidFill>
                  <a:srgbClr val="334155"/>
                </a:solidFill>
                <a:latin typeface="Noto Sans CJK TC"/>
              </a:rPr>
              <a:t>4. 背景任務則負責文件處理、索引更新與資料同步。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49039"/>
            <a:ext cx="3063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前端入口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小幫手卡片盒與聊天入口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63440"/>
            <a:ext cx="14173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提供統一的使用者操作介面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1648" y="3749039"/>
            <a:ext cx="3063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後端核心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知識庫查詢與回答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4663440"/>
            <a:ext cx="14173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負責理解問題、檢索資料與生成回覆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3749039"/>
            <a:ext cx="2788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資料庫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Neo4j 與 Qdrant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663440"/>
            <a:ext cx="123444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分別管理關聯脈絡與內容召回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27648"/>
            <a:ext cx="1097280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TC"/>
              </a:rPr>
              <a:t>這一頁只說明三個核心角色：前端入口、後端核心與資料庫。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2560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02920"/>
            <a:ext cx="68580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知識庫系統架構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5953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系統以使用者入口、知識庫處理層與資料庫層組成，透過清楚分工維持查詢效率與資料可維護性。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3063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前端入口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小幫手卡片盒與聊天頁統一承接使用者操作。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719072"/>
            <a:ext cx="306324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知識庫核心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後端負責理解問題、查找資料並整理成正式回覆。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2788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資料庫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Neo4j 與 Qdrant 分別保存關聯脈絡與內容向量。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404872"/>
            <a:ext cx="713232" cy="0"/>
          </a:xfrm>
          <a:prstGeom prst="line">
            <a:avLst/>
          </a:prstGeom>
          <a:ln w="25400">
            <a:solidFill>
              <a:srgbClr val="8EA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16952" y="2404872"/>
            <a:ext cx="704088" cy="0"/>
          </a:xfrm>
          <a:prstGeom prst="line">
            <a:avLst/>
          </a:prstGeom>
          <a:ln w="25400">
            <a:solidFill>
              <a:srgbClr val="8EA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" y="3273552"/>
            <a:ext cx="1572768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使用者操作入口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3273552"/>
            <a:ext cx="164592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問題理解與回覆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3273552"/>
            <a:ext cx="1572768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45309"/>
                </a:solidFill>
                <a:latin typeface="Noto Sans CJK TC"/>
              </a:rPr>
              <a:t>知識資料儲存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51960"/>
            <a:ext cx="104241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正式說明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Neo4j 用於保存文件之間的關聯脈絡，適合回答跨文件、跨專案或需要關係推理的查詢；Qdrant 用於保存內容向量，適合做相似度搜尋與語意召回。兩者搭配後，可同時兼顧結構化關聯與內容檢索。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09360"/>
            <a:ext cx="1097280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TC"/>
              </a:rPr>
              <a:t>這張圖的重點是讓客戶理解：前端負責入口，後端負責處理，Neo4j 與 Qdrant 負責資料。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2560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02920"/>
            <a:ext cx="73152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各元件的正式說明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6868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以下內容可直接作為客戶簡報時的口語說明，重點是讓對方知道每個元件負責什麼。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141732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前端入口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前端提供統一的使用者入口，包含小幫手卡片盒、聊天頁與相關操作介面。使用者透過這一層發出查詢，並接收後端回傳的結果。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" y="141732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知識庫核心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後端負責理解使用者問題、決定查詢方式、整合檢索結果，並將資料整理成可閱讀的正式回覆。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320040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Neo4j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Neo4j 保存文件、專案與章節之間的關聯，適合描述資料脈絡、交叉引用與結構化關係。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" y="320040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0EA5E9"/>
                </a:solidFill>
                <a:latin typeface="Noto Sans CJK TC"/>
              </a:rPr>
              <a:t>Qdrant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Qdrant 保存文件內容向量，主要用於語意搜尋與相似內容召回，讓系統能更快找到相關資料段落。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整體結論</a:t>
            </a:r>
          </a:p>
          <a:p>
            <a:pPr>
              <a:spcBef>
                <a:spcPts val="200"/>
              </a:spcBef>
            </a:pPr>
            <a:r>
              <a:rPr sz="1019">
                <a:solidFill>
                  <a:srgbClr val="334155"/>
                </a:solidFill>
                <a:latin typeface="Noto Sans CJK TC"/>
              </a:rPr>
              <a:t>前端負責入口與體驗，後端負責處理與整合，Neo4j 與 Qdrant 則分別支援關聯查詢與內容搜尋。這樣的分工可以讓系統在可維護性、擴充性與查詢效果之間取得平衡。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