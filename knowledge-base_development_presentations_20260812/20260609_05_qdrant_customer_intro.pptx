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274320"/>
            <a:ext cx="3474720" cy="3474720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-274320"/>
            <a:ext cx="3931920" cy="3474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55279" y="4389120"/>
            <a:ext cx="4023360" cy="246888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" y="164592"/>
            <a:ext cx="11786616" cy="6528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292608"/>
            <a:ext cx="25603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2563EB"/>
                </a:solidFill>
                <a:latin typeface="Noto Sans CJK TC"/>
              </a:rPr>
              <a:t>Knowledge Base / Backend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512064"/>
            <a:ext cx="411480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CJK TC"/>
              </a:rPr>
              <a:t>Qdrant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896112"/>
            <a:ext cx="777240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Noto Sans CJK TC"/>
              </a:rPr>
              <a:t>用來保存內容向量，讓系統能用語意方式快速找到最相關的段落。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57232" y="457200"/>
            <a:ext cx="1737360" cy="274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047857"/>
                </a:solidFill>
                <a:latin typeface="Noto Sans CJK TC"/>
              </a:rPr>
              <a:t>客戶說明用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627632"/>
            <a:ext cx="3017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TC"/>
              </a:rPr>
              <a:t>它負責什麼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Qdrant 主要保存文件內容的向量，讓系統可以依照意思去找相近內容，而不是只看關鍵字。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71800"/>
            <a:ext cx="3017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系統怎麼用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當使用者問法比較口語、簡略，或需要找相似段落時，Qdrant 可以快速召回最接近的內容。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315968"/>
            <a:ext cx="3017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客戶怎麼理解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它像一個智慧索引，幫系統找到「意思最接近」的資料片段。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90288" y="1874519"/>
            <a:ext cx="1280160" cy="1143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600" b="1">
                <a:solidFill>
                  <a:srgbClr val="047857"/>
                </a:solidFill>
                <a:latin typeface="Noto Sans CJK TC"/>
              </a:rPr>
              <a:t>Qdrant</a:t>
            </a:r>
          </a:p>
        </p:txBody>
      </p:sp>
      <p:sp>
        <p:nvSpPr>
          <p:cNvPr id="15" name="Oval 14"/>
          <p:cNvSpPr/>
          <p:nvPr/>
        </p:nvSpPr>
        <p:spPr>
          <a:xfrm>
            <a:off x="3657600" y="1143000"/>
            <a:ext cx="3145536" cy="31455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E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050791" y="1536192"/>
            <a:ext cx="2359152" cy="2359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E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57600" y="960120"/>
            <a:ext cx="1280160" cy="274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047857"/>
                </a:solidFill>
                <a:latin typeface="Noto Sans CJK TC"/>
              </a:rPr>
              <a:t>相似內容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1645920"/>
            <a:ext cx="1280160" cy="274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047857"/>
                </a:solidFill>
                <a:latin typeface="Noto Sans CJK TC"/>
              </a:rPr>
              <a:t>向量檢索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22191" y="3730752"/>
            <a:ext cx="1280160" cy="274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047857"/>
                </a:solidFill>
                <a:latin typeface="Noto Sans CJK TC"/>
              </a:rPr>
              <a:t>語意召回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77840" y="3794760"/>
            <a:ext cx="1280160" cy="274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047857"/>
                </a:solidFill>
                <a:latin typeface="Noto Sans CJK TC"/>
              </a:rPr>
              <a:t>內容索引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1691640"/>
            <a:ext cx="3657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047857"/>
                </a:solidFill>
                <a:latin typeface="Noto Sans CJK TC"/>
              </a:rPr>
              <a:t>一句話說明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Qdrant 讓系統能理解「這段內容跟我問的意思像不像」。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2971800"/>
            <a:ext cx="3657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最適合的查詢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語意搜尋、相似段落召回、口語化提問、找相關內容。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4251960"/>
            <a:ext cx="3657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對客戶的說法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Qdrant 是向量資料庫，用來做智慧搜尋與內容比對。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5669280"/>
            <a:ext cx="2286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Noto Sans CJK TC"/>
              </a:rPr>
              <a:t>實際範例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870448"/>
            <a:ext cx="3401568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047857"/>
                </a:solidFill>
                <a:latin typeface="Noto Sans CJK TC"/>
              </a:rPr>
              <a:t>範例報告切 chunk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SIT-TR-SC-NR-Throughput-SCU2060-n79-EV-V13.8.xlsx 可拆成多個內容區塊。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5870448"/>
            <a:ext cx="3401568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Chunk 1 / 2 / 3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2. Introduction、3. Test Result Summary、4. Performance Test 各自成為獨立向量。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45552" y="5870448"/>
            <a:ext cx="3328416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Qdrant 看到的是內容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查詢時先比對哪個 chunk 最像，再把結果交給後端整理。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6492240"/>
            <a:ext cx="108813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Noto Sans CJK TC"/>
              </a:rPr>
              <a:t>重點：Qdrant 管內容相似度，讓系統更快找到最像的資料段落。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