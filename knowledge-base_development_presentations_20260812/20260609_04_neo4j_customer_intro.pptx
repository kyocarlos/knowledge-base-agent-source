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274320"/>
            <a:ext cx="3474720" cy="3474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0" y="-274320"/>
            <a:ext cx="3931920" cy="347472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55279" y="4389120"/>
            <a:ext cx="4023360" cy="2468880"/>
          </a:xfrm>
          <a:prstGeom prst="ellipse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" y="164592"/>
            <a:ext cx="11786616" cy="6528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292608"/>
            <a:ext cx="25603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2563EB"/>
                </a:solidFill>
                <a:latin typeface="Noto Sans CJK TC"/>
              </a:rPr>
              <a:t>Knowledge Base / Backend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512064"/>
            <a:ext cx="411480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CJK TC"/>
              </a:rPr>
              <a:t>Neo4j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896112"/>
            <a:ext cx="777240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Noto Sans CJK TC"/>
              </a:rPr>
              <a:t>用來保存資料之間的關係，讓系統知道文件、專案與章節彼此如何連結。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57232" y="457200"/>
            <a:ext cx="173736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1D4ED8"/>
                </a:solidFill>
                <a:latin typeface="Noto Sans CJK TC"/>
              </a:rPr>
              <a:t>客戶說明用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627632"/>
            <a:ext cx="3017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它負責什麼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Neo4j 主要保存「關係」，例如哪份文件屬於哪個專案、哪個章節和哪個測試項目相關。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71800"/>
            <a:ext cx="3017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CJK TC"/>
              </a:rPr>
              <a:t>系統怎麼用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當使用者查詢跨文件、跨專案或需要上下文脈絡的內容時，Neo4j 可以提供關聯線索。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315968"/>
            <a:ext cx="3017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TC"/>
              </a:rPr>
              <a:t>客戶怎麼理解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它像一張關係地圖，重點不是存全文，而是告訴系統「誰和誰有關」。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1874519"/>
            <a:ext cx="1188720" cy="118872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600" b="1">
                <a:solidFill>
                  <a:srgbClr val="1D4ED8"/>
                </a:solidFill>
                <a:latin typeface="Noto Sans CJK TC"/>
              </a:rPr>
              <a:t>Neo4j</a:t>
            </a:r>
          </a:p>
        </p:txBody>
      </p:sp>
      <p:sp>
        <p:nvSpPr>
          <p:cNvPr id="15" name="Oval 14"/>
          <p:cNvSpPr/>
          <p:nvPr/>
        </p:nvSpPr>
        <p:spPr>
          <a:xfrm>
            <a:off x="3657600" y="1051560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Noto Sans CJK TC"/>
              </a:rPr>
              <a:t>文件</a:t>
            </a:r>
          </a:p>
        </p:txBody>
      </p:sp>
      <p:sp>
        <p:nvSpPr>
          <p:cNvPr id="16" name="Oval 15"/>
          <p:cNvSpPr/>
          <p:nvPr/>
        </p:nvSpPr>
        <p:spPr>
          <a:xfrm>
            <a:off x="5897880" y="1005840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Noto Sans CJK TC"/>
              </a:rPr>
              <a:t>專案</a:t>
            </a:r>
          </a:p>
        </p:txBody>
      </p:sp>
      <p:sp>
        <p:nvSpPr>
          <p:cNvPr id="17" name="Oval 16"/>
          <p:cNvSpPr/>
          <p:nvPr/>
        </p:nvSpPr>
        <p:spPr>
          <a:xfrm>
            <a:off x="3703320" y="3703320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Noto Sans CJK TC"/>
              </a:rPr>
              <a:t>章節</a:t>
            </a:r>
          </a:p>
        </p:txBody>
      </p:sp>
      <p:sp>
        <p:nvSpPr>
          <p:cNvPr id="18" name="Oval 17"/>
          <p:cNvSpPr/>
          <p:nvPr/>
        </p:nvSpPr>
        <p:spPr>
          <a:xfrm>
            <a:off x="5961888" y="3749039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Noto Sans CJK TC"/>
              </a:rPr>
              <a:t>關聯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17720" y="1536192"/>
            <a:ext cx="502920" cy="338327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577840" y="1508760"/>
            <a:ext cx="457200" cy="365759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617720" y="3063240"/>
            <a:ext cx="457200" cy="1124712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5577840" y="3063240"/>
            <a:ext cx="411480" cy="1124712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543800" y="1691640"/>
            <a:ext cx="3657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D4ED8"/>
                </a:solidFill>
                <a:latin typeface="Noto Sans CJK TC"/>
              </a:rPr>
              <a:t>一句話說明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Neo4j 讓系統能夠把不同文件與章節串起來，回答「這些資料彼此有什麼關係」。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2971800"/>
            <a:ext cx="3657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CJK TC"/>
              </a:rPr>
              <a:t>最適合的查詢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跨文件比較、專案關聯、章節脈絡、測試項目對照。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43800" y="4251960"/>
            <a:ext cx="3657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TC"/>
              </a:rPr>
              <a:t>對客戶的說法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Neo4j 是關係型資料庫，用來保存知識圖譜的結構與上下文。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5669280"/>
            <a:ext cx="2286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Noto Sans CJK TC"/>
              </a:rPr>
              <a:t>實際範例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870448"/>
            <a:ext cx="32461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SCU2060 ↔ SCU2140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兩份報告都含 Throughput / Latency 測試，可用 Neo4j 串出共同主題與差異。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87368" y="5870448"/>
            <a:ext cx="32461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CJK TC"/>
              </a:rPr>
              <a:t>SCU2050 ↔ SCU2060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兩份報告都可回到 Handover / Performance 相關脈絡，方便交叉比對。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16368" y="5870448"/>
            <a:ext cx="36576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TC"/>
              </a:rPr>
              <a:t>Neo4j 看到的是關係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不是只看單一文件，而是把文件彼此之間的連結整理出來。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" y="6492240"/>
            <a:ext cx="108813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Noto Sans CJK TC"/>
              </a:rPr>
              <a:t>重點：Neo4j 管關係，讓系統理解文件與文件之間的連結。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