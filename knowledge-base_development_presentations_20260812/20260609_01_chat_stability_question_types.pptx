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181F"/>
                </a:solidFill>
              </a:rPr>
              <a:t>題目類型分類卡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>
                <a:solidFill>
                  <a:srgbClr val="5A626E"/>
                </a:solidFill>
              </a:rPr>
              <a:t>用來手動測試時，快速判斷這題主要是在測 Neo4j、QDrant，還是混合流程。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703320" cy="4434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703320" cy="146304"/>
          </a:xfrm>
          <a:prstGeom prst="rect">
            <a:avLst/>
          </a:prstGeom>
          <a:solidFill>
            <a:srgbClr val="22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184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5CAD"/>
                </a:solidFill>
              </a:rPr>
              <a:t>Neo4j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8483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6E7680"/>
                </a:solidFill>
              </a:rPr>
              <a:t>測結構 / 關聯 / 分類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5CAD"/>
                </a:solidFill>
              </a:rPr>
              <a:t>測試意義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32461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4181F"/>
                </a:solidFill>
              </a:defRPr>
            </a:pPr>
            <a:r>
              <a:t>• 文件章節層級</a:t>
            </a:r>
          </a:p>
          <a:p>
            <a:pPr>
              <a:spcAft>
                <a:spcPts val="200"/>
              </a:spcAft>
              <a:defRPr sz="1200">
                <a:solidFill>
                  <a:srgbClr val="14181F"/>
                </a:solidFill>
              </a:defRPr>
            </a:pPr>
            <a:r>
              <a:t>• 文件間關聯</a:t>
            </a:r>
          </a:p>
          <a:p>
            <a:pPr>
              <a:spcAft>
                <a:spcPts val="200"/>
              </a:spcAft>
              <a:defRPr sz="1200">
                <a:solidFill>
                  <a:srgbClr val="14181F"/>
                </a:solidFill>
              </a:defRPr>
            </a:pPr>
            <a:r>
              <a:t>• 分類與路由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02152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5CAD"/>
                </a:solidFill>
              </a:rPr>
              <a:t>代表題目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21608"/>
            <a:ext cx="32461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4181F"/>
                </a:solidFill>
              </a:defRPr>
            </a:pPr>
            <a:r>
              <a:t>• 這份文件有哪些章節？</a:t>
            </a:r>
          </a:p>
          <a:p>
            <a:pPr>
              <a:spcAft>
                <a:spcPts val="500"/>
              </a:spcAft>
              <a:defRPr sz="1150">
                <a:solidFill>
                  <a:srgbClr val="14181F"/>
                </a:solidFill>
              </a:defRPr>
            </a:pPr>
            <a:r>
              <a:t>• 哪幾份文件同時包含 Throughput、Latency、BLER？</a:t>
            </a:r>
          </a:p>
          <a:p>
            <a:pPr>
              <a:spcAft>
                <a:spcPts val="500"/>
              </a:spcAft>
              <a:defRPr sz="1150">
                <a:solidFill>
                  <a:srgbClr val="14181F"/>
                </a:solidFill>
              </a:defRPr>
            </a:pPr>
            <a:r>
              <a:t>• 這份文件屬於哪一類？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2816" y="1417320"/>
            <a:ext cx="3703320" cy="4434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42816" y="1417320"/>
            <a:ext cx="3703320" cy="146304"/>
          </a:xfrm>
          <a:prstGeom prst="rect">
            <a:avLst/>
          </a:prstGeom>
          <a:solidFill>
            <a:srgbClr val="D6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6184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67C00"/>
                </a:solidFill>
              </a:rPr>
              <a:t>QDrant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08483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6E7680"/>
                </a:solidFill>
              </a:rPr>
              <a:t>測原文 / 數值 / chunk 命中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37744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67C00"/>
                </a:solidFill>
              </a:rPr>
              <a:t>測試意義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587752"/>
            <a:ext cx="32461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4181F"/>
                </a:solidFill>
              </a:defRPr>
            </a:pPr>
            <a:r>
              <a:t>• 表格與數據</a:t>
            </a:r>
          </a:p>
          <a:p>
            <a:pPr>
              <a:spcAft>
                <a:spcPts val="200"/>
              </a:spcAft>
              <a:defRPr sz="1200">
                <a:solidFill>
                  <a:srgbClr val="14181F"/>
                </a:solidFill>
              </a:defRPr>
            </a:pPr>
            <a:r>
              <a:t>• 章節原文片段</a:t>
            </a:r>
          </a:p>
          <a:p>
            <a:pPr>
              <a:spcAft>
                <a:spcPts val="200"/>
              </a:spcAft>
              <a:defRPr sz="1200">
                <a:solidFill>
                  <a:srgbClr val="14181F"/>
                </a:solidFill>
              </a:defRPr>
            </a:pPr>
            <a:r>
              <a:t>• 單文件精準查詢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3502152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67C00"/>
                </a:solidFill>
              </a:rPr>
              <a:t>代表題目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3721608"/>
            <a:ext cx="32461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4181F"/>
                </a:solidFill>
              </a:defRPr>
            </a:pPr>
            <a:r>
              <a:t>• SCU2140 的 Throughput 測試結果是什麼？</a:t>
            </a:r>
          </a:p>
          <a:p>
            <a:pPr>
              <a:spcAft>
                <a:spcPts val="500"/>
              </a:spcAft>
              <a:defRPr sz="1150">
                <a:solidFill>
                  <a:srgbClr val="14181F"/>
                </a:solidFill>
              </a:defRPr>
            </a:pPr>
            <a:r>
              <a:t>• 請整理 TP-Link Archer BE805 的 5GHz 80MHz 與 160MHz 數據。</a:t>
            </a:r>
          </a:p>
          <a:p>
            <a:pPr>
              <a:spcAft>
                <a:spcPts val="500"/>
              </a:spcAft>
              <a:defRPr sz="1150">
                <a:solidFill>
                  <a:srgbClr val="14181F"/>
                </a:solidFill>
              </a:defRPr>
            </a:pPr>
            <a:r>
              <a:t>• 請整理 3GPP TS 38.300 第 9.2.6 節 Random Access Procedure。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417320"/>
            <a:ext cx="3703320" cy="4434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8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2712" y="1417320"/>
            <a:ext cx="3703320" cy="146304"/>
          </a:xfrm>
          <a:prstGeom prst="rect">
            <a:avLst/>
          </a:prstGeom>
          <a:solidFill>
            <a:srgbClr val="1B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16184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855E"/>
                </a:solidFill>
              </a:rPr>
              <a:t>Hybrid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08483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6E7680"/>
                </a:solidFill>
              </a:rPr>
              <a:t>測比較 / 摘要 / 整合回答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237744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B855E"/>
                </a:solidFill>
              </a:rPr>
              <a:t>測試意義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587752"/>
            <a:ext cx="32461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4181F"/>
                </a:solidFill>
              </a:defRPr>
            </a:pPr>
            <a:r>
              <a:t>• 多文件比較</a:t>
            </a:r>
          </a:p>
          <a:p>
            <a:pPr>
              <a:spcAft>
                <a:spcPts val="200"/>
              </a:spcAft>
              <a:defRPr sz="1200">
                <a:solidFill>
                  <a:srgbClr val="14181F"/>
                </a:solidFill>
              </a:defRPr>
            </a:pPr>
            <a:r>
              <a:t>• 報告 summary</a:t>
            </a:r>
          </a:p>
          <a:p>
            <a:pPr>
              <a:spcAft>
                <a:spcPts val="200"/>
              </a:spcAft>
              <a:defRPr sz="1200">
                <a:solidFill>
                  <a:srgbClr val="14181F"/>
                </a:solidFill>
              </a:defRPr>
            </a:pPr>
            <a:r>
              <a:t>• 先找文件再組答案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3502152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B855E"/>
                </a:solidFill>
              </a:rPr>
              <a:t>代表題目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721608"/>
            <a:ext cx="32461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4181F"/>
                </a:solidFill>
              </a:defRPr>
            </a:pPr>
            <a:r>
              <a:t>• 請比較 SCU2140、SCU2060、SCU5050 的 Throughput 差異</a:t>
            </a:r>
          </a:p>
          <a:p>
            <a:pPr>
              <a:spcAft>
                <a:spcPts val="500"/>
              </a:spcAft>
              <a:defRPr sz="1150">
                <a:solidFill>
                  <a:srgbClr val="14181F"/>
                </a:solidFill>
              </a:defRPr>
            </a:pPr>
            <a:r>
              <a:t>• 請查詢 SCU2060 的 report summary。</a:t>
            </a:r>
          </a:p>
          <a:p>
            <a:pPr>
              <a:spcAft>
                <a:spcPts val="500"/>
              </a:spcAft>
              <a:defRPr sz="1150">
                <a:solidFill>
                  <a:srgbClr val="14181F"/>
                </a:solidFill>
              </a:defRPr>
            </a:pPr>
            <a:r>
              <a:t>• 請比較 TP-Link Archer BE805 和 CHS3320N-D388 的 WiFi Throughput。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035040"/>
            <a:ext cx="11201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5A626E"/>
                </a:solidFill>
              </a:rPr>
              <a:t>建議：手動測試時，先用 1 題 Neo4j + 1 題 QDrant + 1 題 Hybrid，比較容易看出路由是否正確。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